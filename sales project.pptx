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9" r:id="rId1"/>
  </p:sldMasterIdLst>
  <p:notesMasterIdLst>
    <p:notesMasterId r:id="rId14"/>
  </p:notesMasterIdLst>
  <p:sldIdLst>
    <p:sldId id="256" r:id="rId2"/>
    <p:sldId id="257" r:id="rId3"/>
    <p:sldId id="265" r:id="rId4"/>
    <p:sldId id="258" r:id="rId5"/>
    <p:sldId id="259" r:id="rId6"/>
    <p:sldId id="260" r:id="rId7"/>
    <p:sldId id="261" r:id="rId8"/>
    <p:sldId id="262" r:id="rId9"/>
    <p:sldId id="263" r:id="rId10"/>
    <p:sldId id="264"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2672BA-4341-4F2C-8D87-71FAA1C1E719}" v="284" dt="2024-09-02T00:57:20.9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68" autoAdjust="0"/>
    <p:restoredTop sz="94667" autoAdjust="0"/>
  </p:normalViewPr>
  <p:slideViewPr>
    <p:cSldViewPr snapToGrid="0">
      <p:cViewPr varScale="1">
        <p:scale>
          <a:sx n="76" d="100"/>
          <a:sy n="76" d="100"/>
        </p:scale>
        <p:origin x="974" y="67"/>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kit sheoran" userId="8d61ddfe3ba0aaa0" providerId="LiveId" clId="{392672BA-4341-4F2C-8D87-71FAA1C1E719}"/>
    <pc:docChg chg="undo custSel addSld delSld modSld sldOrd modShowInfo">
      <pc:chgData name="ankit sheoran" userId="8d61ddfe3ba0aaa0" providerId="LiveId" clId="{392672BA-4341-4F2C-8D87-71FAA1C1E719}" dt="2024-09-02T00:57:20.977" v="1441"/>
      <pc:docMkLst>
        <pc:docMk/>
      </pc:docMkLst>
      <pc:sldChg chg="addSp delSp modSp new mod modTransition modAnim">
        <pc:chgData name="ankit sheoran" userId="8d61ddfe3ba0aaa0" providerId="LiveId" clId="{392672BA-4341-4F2C-8D87-71FAA1C1E719}" dt="2024-09-01T20:19:38.816" v="1355"/>
        <pc:sldMkLst>
          <pc:docMk/>
          <pc:sldMk cId="2381472652" sldId="256"/>
        </pc:sldMkLst>
        <pc:spChg chg="mod">
          <ac:chgData name="ankit sheoran" userId="8d61ddfe3ba0aaa0" providerId="LiveId" clId="{392672BA-4341-4F2C-8D87-71FAA1C1E719}" dt="2024-08-31T07:54:50.815" v="131" actId="1076"/>
          <ac:spMkLst>
            <pc:docMk/>
            <pc:sldMk cId="2381472652" sldId="256"/>
            <ac:spMk id="2" creationId="{32A8EEEE-27D6-4315-B93A-C1A4EF191D4C}"/>
          </ac:spMkLst>
        </pc:spChg>
        <pc:spChg chg="mod">
          <ac:chgData name="ankit sheoran" userId="8d61ddfe3ba0aaa0" providerId="LiveId" clId="{392672BA-4341-4F2C-8D87-71FAA1C1E719}" dt="2024-08-31T07:57:03.007" v="166" actId="1076"/>
          <ac:spMkLst>
            <pc:docMk/>
            <pc:sldMk cId="2381472652" sldId="256"/>
            <ac:spMk id="3" creationId="{9E5A99DD-DB15-4A59-821A-58F1A80E1184}"/>
          </ac:spMkLst>
        </pc:spChg>
        <pc:spChg chg="add del mod">
          <ac:chgData name="ankit sheoran" userId="8d61ddfe3ba0aaa0" providerId="LiveId" clId="{392672BA-4341-4F2C-8D87-71FAA1C1E719}" dt="2024-08-31T07:44:15.577" v="67"/>
          <ac:spMkLst>
            <pc:docMk/>
            <pc:sldMk cId="2381472652" sldId="256"/>
            <ac:spMk id="6" creationId="{4EA8D9C4-2FD2-4DF6-90C7-F5FD69C1914A}"/>
          </ac:spMkLst>
        </pc:spChg>
        <pc:spChg chg="add del mod">
          <ac:chgData name="ankit sheoran" userId="8d61ddfe3ba0aaa0" providerId="LiveId" clId="{392672BA-4341-4F2C-8D87-71FAA1C1E719}" dt="2024-08-31T07:59:29.709" v="213"/>
          <ac:spMkLst>
            <pc:docMk/>
            <pc:sldMk cId="2381472652" sldId="256"/>
            <ac:spMk id="7" creationId="{16EDE449-0CA8-4A50-96E2-92AB18B7E104}"/>
          </ac:spMkLst>
        </pc:spChg>
        <pc:spChg chg="add mod">
          <ac:chgData name="ankit sheoran" userId="8d61ddfe3ba0aaa0" providerId="LiveId" clId="{392672BA-4341-4F2C-8D87-71FAA1C1E719}" dt="2024-08-31T08:02:05.965" v="237" actId="1076"/>
          <ac:spMkLst>
            <pc:docMk/>
            <pc:sldMk cId="2381472652" sldId="256"/>
            <ac:spMk id="8" creationId="{7896ABAA-5909-4836-B0DB-E4772D13B125}"/>
          </ac:spMkLst>
        </pc:spChg>
        <pc:picChg chg="add mod">
          <ac:chgData name="ankit sheoran" userId="8d61ddfe3ba0aaa0" providerId="LiveId" clId="{392672BA-4341-4F2C-8D87-71FAA1C1E719}" dt="2024-08-31T07:44:03.396" v="64" actId="1076"/>
          <ac:picMkLst>
            <pc:docMk/>
            <pc:sldMk cId="2381472652" sldId="256"/>
            <ac:picMk id="5" creationId="{E7BC1A8F-0828-40F0-A957-769FC95A15C6}"/>
          </ac:picMkLst>
        </pc:picChg>
      </pc:sldChg>
      <pc:sldChg chg="modSp new mod modTransition">
        <pc:chgData name="ankit sheoran" userId="8d61ddfe3ba0aaa0" providerId="LiveId" clId="{392672BA-4341-4F2C-8D87-71FAA1C1E719}" dt="2024-09-01T18:26:39.998" v="691" actId="20577"/>
        <pc:sldMkLst>
          <pc:docMk/>
          <pc:sldMk cId="2041270281" sldId="257"/>
        </pc:sldMkLst>
        <pc:spChg chg="mod">
          <ac:chgData name="ankit sheoran" userId="8d61ddfe3ba0aaa0" providerId="LiveId" clId="{392672BA-4341-4F2C-8D87-71FAA1C1E719}" dt="2024-08-31T08:07:01.204" v="246" actId="207"/>
          <ac:spMkLst>
            <pc:docMk/>
            <pc:sldMk cId="2041270281" sldId="257"/>
            <ac:spMk id="2" creationId="{23709EFD-A44E-42FA-9D42-037A81332245}"/>
          </ac:spMkLst>
        </pc:spChg>
        <pc:spChg chg="mod">
          <ac:chgData name="ankit sheoran" userId="8d61ddfe3ba0aaa0" providerId="LiveId" clId="{392672BA-4341-4F2C-8D87-71FAA1C1E719}" dt="2024-09-01T18:26:39.998" v="691" actId="20577"/>
          <ac:spMkLst>
            <pc:docMk/>
            <pc:sldMk cId="2041270281" sldId="257"/>
            <ac:spMk id="3" creationId="{6CDF4A4C-0C60-4145-8675-95935239A688}"/>
          </ac:spMkLst>
        </pc:spChg>
      </pc:sldChg>
      <pc:sldChg chg="addSp delSp modSp new mod ord modTransition">
        <pc:chgData name="ankit sheoran" userId="8d61ddfe3ba0aaa0" providerId="LiveId" clId="{392672BA-4341-4F2C-8D87-71FAA1C1E719}" dt="2024-09-01T17:29:43.166" v="517"/>
        <pc:sldMkLst>
          <pc:docMk/>
          <pc:sldMk cId="3572218355" sldId="258"/>
        </pc:sldMkLst>
        <pc:spChg chg="mod">
          <ac:chgData name="ankit sheoran" userId="8d61ddfe3ba0aaa0" providerId="LiveId" clId="{392672BA-4341-4F2C-8D87-71FAA1C1E719}" dt="2024-08-31T18:26:11.005" v="381" actId="20577"/>
          <ac:spMkLst>
            <pc:docMk/>
            <pc:sldMk cId="3572218355" sldId="258"/>
            <ac:spMk id="2" creationId="{0941451C-07DE-4185-B1F5-B9F08831FA41}"/>
          </ac:spMkLst>
        </pc:spChg>
        <pc:spChg chg="mod">
          <ac:chgData name="ankit sheoran" userId="8d61ddfe3ba0aaa0" providerId="LiveId" clId="{392672BA-4341-4F2C-8D87-71FAA1C1E719}" dt="2024-08-31T19:03:17.211" v="482"/>
          <ac:spMkLst>
            <pc:docMk/>
            <pc:sldMk cId="3572218355" sldId="258"/>
            <ac:spMk id="3" creationId="{75BA961D-96D8-4BF3-AB3F-2BFF834CCDE9}"/>
          </ac:spMkLst>
        </pc:spChg>
        <pc:spChg chg="add del mod">
          <ac:chgData name="ankit sheoran" userId="8d61ddfe3ba0aaa0" providerId="LiveId" clId="{392672BA-4341-4F2C-8D87-71FAA1C1E719}" dt="2024-08-31T18:37:28.932" v="419" actId="478"/>
          <ac:spMkLst>
            <pc:docMk/>
            <pc:sldMk cId="3572218355" sldId="258"/>
            <ac:spMk id="6" creationId="{75D2BCFE-6D00-4A1C-9502-CEE405B3E9B0}"/>
          </ac:spMkLst>
        </pc:spChg>
        <pc:spChg chg="add del mod">
          <ac:chgData name="ankit sheoran" userId="8d61ddfe3ba0aaa0" providerId="LiveId" clId="{392672BA-4341-4F2C-8D87-71FAA1C1E719}" dt="2024-08-31T18:37:26.545" v="417" actId="478"/>
          <ac:spMkLst>
            <pc:docMk/>
            <pc:sldMk cId="3572218355" sldId="258"/>
            <ac:spMk id="7" creationId="{C6A0D1B2-76EA-4518-8A95-3565AA9697DB}"/>
          </ac:spMkLst>
        </pc:spChg>
        <pc:picChg chg="add mod">
          <ac:chgData name="ankit sheoran" userId="8d61ddfe3ba0aaa0" providerId="LiveId" clId="{392672BA-4341-4F2C-8D87-71FAA1C1E719}" dt="2024-08-31T18:49:26.170" v="456" actId="1076"/>
          <ac:picMkLst>
            <pc:docMk/>
            <pc:sldMk cId="3572218355" sldId="258"/>
            <ac:picMk id="5" creationId="{919C670A-585A-4768-AF83-120A64F36320}"/>
          </ac:picMkLst>
        </pc:picChg>
        <pc:picChg chg="add del mod">
          <ac:chgData name="ankit sheoran" userId="8d61ddfe3ba0aaa0" providerId="LiveId" clId="{392672BA-4341-4F2C-8D87-71FAA1C1E719}" dt="2024-08-31T18:36:57.252" v="411" actId="21"/>
          <ac:picMkLst>
            <pc:docMk/>
            <pc:sldMk cId="3572218355" sldId="258"/>
            <ac:picMk id="9" creationId="{1A0A393D-F133-4C8E-84D9-E9A80A6D5203}"/>
          </ac:picMkLst>
        </pc:picChg>
        <pc:picChg chg="add del mod">
          <ac:chgData name="ankit sheoran" userId="8d61ddfe3ba0aaa0" providerId="LiveId" clId="{392672BA-4341-4F2C-8D87-71FAA1C1E719}" dt="2024-08-31T18:44:22.657" v="435" actId="931"/>
          <ac:picMkLst>
            <pc:docMk/>
            <pc:sldMk cId="3572218355" sldId="258"/>
            <ac:picMk id="11" creationId="{901BA069-B2FE-468A-8CD1-7EFF3E0DCFCE}"/>
          </ac:picMkLst>
        </pc:picChg>
        <pc:picChg chg="add del mod">
          <ac:chgData name="ankit sheoran" userId="8d61ddfe3ba0aaa0" providerId="LiveId" clId="{392672BA-4341-4F2C-8D87-71FAA1C1E719}" dt="2024-08-31T18:44:22.657" v="435" actId="931"/>
          <ac:picMkLst>
            <pc:docMk/>
            <pc:sldMk cId="3572218355" sldId="258"/>
            <ac:picMk id="13" creationId="{C1EA55F5-EB2C-47B3-B990-59638867A388}"/>
          </ac:picMkLst>
        </pc:picChg>
        <pc:picChg chg="add mod">
          <ac:chgData name="ankit sheoran" userId="8d61ddfe3ba0aaa0" providerId="LiveId" clId="{392672BA-4341-4F2C-8D87-71FAA1C1E719}" dt="2024-08-31T18:44:40.492" v="437" actId="1076"/>
          <ac:picMkLst>
            <pc:docMk/>
            <pc:sldMk cId="3572218355" sldId="258"/>
            <ac:picMk id="15" creationId="{42A3E5CE-DEB9-49F2-8E22-C0EB4B5F379B}"/>
          </ac:picMkLst>
        </pc:picChg>
        <pc:picChg chg="add mod">
          <ac:chgData name="ankit sheoran" userId="8d61ddfe3ba0aaa0" providerId="LiveId" clId="{392672BA-4341-4F2C-8D87-71FAA1C1E719}" dt="2024-08-31T18:45:30.095" v="441" actId="14100"/>
          <ac:picMkLst>
            <pc:docMk/>
            <pc:sldMk cId="3572218355" sldId="258"/>
            <ac:picMk id="17" creationId="{648F5E83-F1DD-436D-BFCD-E7F068BEE6B5}"/>
          </ac:picMkLst>
        </pc:picChg>
        <pc:picChg chg="add mod">
          <ac:chgData name="ankit sheoran" userId="8d61ddfe3ba0aaa0" providerId="LiveId" clId="{392672BA-4341-4F2C-8D87-71FAA1C1E719}" dt="2024-08-31T18:49:21.242" v="455" actId="1076"/>
          <ac:picMkLst>
            <pc:docMk/>
            <pc:sldMk cId="3572218355" sldId="258"/>
            <ac:picMk id="19" creationId="{09863D3F-B17D-46E6-B686-4E5060A8A920}"/>
          </ac:picMkLst>
        </pc:picChg>
        <pc:picChg chg="add mod">
          <ac:chgData name="ankit sheoran" userId="8d61ddfe3ba0aaa0" providerId="LiveId" clId="{392672BA-4341-4F2C-8D87-71FAA1C1E719}" dt="2024-08-31T19:01:39.538" v="472" actId="1076"/>
          <ac:picMkLst>
            <pc:docMk/>
            <pc:sldMk cId="3572218355" sldId="258"/>
            <ac:picMk id="21" creationId="{E6A30384-7233-4547-94DC-866F93C3F424}"/>
          </ac:picMkLst>
        </pc:picChg>
        <pc:picChg chg="add mod">
          <ac:chgData name="ankit sheoran" userId="8d61ddfe3ba0aaa0" providerId="LiveId" clId="{392672BA-4341-4F2C-8D87-71FAA1C1E719}" dt="2024-08-31T19:06:40.480" v="485" actId="1076"/>
          <ac:picMkLst>
            <pc:docMk/>
            <pc:sldMk cId="3572218355" sldId="258"/>
            <ac:picMk id="23" creationId="{BB9AA6B4-11BD-44F1-80A2-142310690901}"/>
          </ac:picMkLst>
        </pc:picChg>
      </pc:sldChg>
      <pc:sldChg chg="addSp delSp modSp new mod modTransition">
        <pc:chgData name="ankit sheoran" userId="8d61ddfe3ba0aaa0" providerId="LiveId" clId="{392672BA-4341-4F2C-8D87-71FAA1C1E719}" dt="2024-09-01T18:39:17.605" v="854"/>
        <pc:sldMkLst>
          <pc:docMk/>
          <pc:sldMk cId="1563042399" sldId="259"/>
        </pc:sldMkLst>
        <pc:spChg chg="del">
          <ac:chgData name="ankit sheoran" userId="8d61ddfe3ba0aaa0" providerId="LiveId" clId="{392672BA-4341-4F2C-8D87-71FAA1C1E719}" dt="2024-09-01T16:52:39.541" v="491" actId="21"/>
          <ac:spMkLst>
            <pc:docMk/>
            <pc:sldMk cId="1563042399" sldId="259"/>
            <ac:spMk id="2" creationId="{9E232A5E-2B2E-4D89-A1D0-602F5E9CA81F}"/>
          </ac:spMkLst>
        </pc:spChg>
        <pc:spChg chg="mod">
          <ac:chgData name="ankit sheoran" userId="8d61ddfe3ba0aaa0" providerId="LiveId" clId="{392672BA-4341-4F2C-8D87-71FAA1C1E719}" dt="2024-09-01T18:21:47.584" v="556"/>
          <ac:spMkLst>
            <pc:docMk/>
            <pc:sldMk cId="1563042399" sldId="259"/>
            <ac:spMk id="3" creationId="{0CE6D850-ADCF-4862-AB7A-8F2CC0D1DA93}"/>
          </ac:spMkLst>
        </pc:spChg>
        <pc:picChg chg="add mod">
          <ac:chgData name="ankit sheoran" userId="8d61ddfe3ba0aaa0" providerId="LiveId" clId="{392672BA-4341-4F2C-8D87-71FAA1C1E719}" dt="2024-09-01T16:54:54.532" v="499" actId="1076"/>
          <ac:picMkLst>
            <pc:docMk/>
            <pc:sldMk cId="1563042399" sldId="259"/>
            <ac:picMk id="5" creationId="{FDFDD399-1562-4085-A624-B552C5AC191D}"/>
          </ac:picMkLst>
        </pc:picChg>
        <pc:picChg chg="add del">
          <ac:chgData name="ankit sheoran" userId="8d61ddfe3ba0aaa0" providerId="LiveId" clId="{392672BA-4341-4F2C-8D87-71FAA1C1E719}" dt="2024-09-01T16:55:56.492" v="506" actId="22"/>
          <ac:picMkLst>
            <pc:docMk/>
            <pc:sldMk cId="1563042399" sldId="259"/>
            <ac:picMk id="7" creationId="{EF5A18DF-B325-4B5D-BD48-A6A1C271A410}"/>
          </ac:picMkLst>
        </pc:picChg>
        <pc:picChg chg="add del">
          <ac:chgData name="ankit sheoran" userId="8d61ddfe3ba0aaa0" providerId="LiveId" clId="{392672BA-4341-4F2C-8D87-71FAA1C1E719}" dt="2024-09-01T16:56:02.438" v="508" actId="22"/>
          <ac:picMkLst>
            <pc:docMk/>
            <pc:sldMk cId="1563042399" sldId="259"/>
            <ac:picMk id="9" creationId="{2A9DF98F-E62A-469E-A1E3-E7B85C3E29F9}"/>
          </ac:picMkLst>
        </pc:picChg>
        <pc:picChg chg="add mod">
          <ac:chgData name="ankit sheoran" userId="8d61ddfe3ba0aaa0" providerId="LiveId" clId="{392672BA-4341-4F2C-8D87-71FAA1C1E719}" dt="2024-09-01T16:58:42.191" v="511" actId="1076"/>
          <ac:picMkLst>
            <pc:docMk/>
            <pc:sldMk cId="1563042399" sldId="259"/>
            <ac:picMk id="11" creationId="{06A67FF9-B757-40F1-9137-D50F5B674A9F}"/>
          </ac:picMkLst>
        </pc:picChg>
        <pc:picChg chg="add mod">
          <ac:chgData name="ankit sheoran" userId="8d61ddfe3ba0aaa0" providerId="LiveId" clId="{392672BA-4341-4F2C-8D87-71FAA1C1E719}" dt="2024-09-01T16:59:08.067" v="515" actId="14100"/>
          <ac:picMkLst>
            <pc:docMk/>
            <pc:sldMk cId="1563042399" sldId="259"/>
            <ac:picMk id="13" creationId="{CC5F608A-95C8-4893-83AD-3CA309544262}"/>
          </ac:picMkLst>
        </pc:picChg>
        <pc:picChg chg="add mod">
          <ac:chgData name="ankit sheoran" userId="8d61ddfe3ba0aaa0" providerId="LiveId" clId="{392672BA-4341-4F2C-8D87-71FAA1C1E719}" dt="2024-09-01T17:33:48.425" v="528" actId="1076"/>
          <ac:picMkLst>
            <pc:docMk/>
            <pc:sldMk cId="1563042399" sldId="259"/>
            <ac:picMk id="15" creationId="{232E8BB1-3565-414F-8EBE-C143A28819BA}"/>
          </ac:picMkLst>
        </pc:picChg>
        <pc:picChg chg="add mod">
          <ac:chgData name="ankit sheoran" userId="8d61ddfe3ba0aaa0" providerId="LiveId" clId="{392672BA-4341-4F2C-8D87-71FAA1C1E719}" dt="2024-09-01T17:34:05.713" v="530" actId="1076"/>
          <ac:picMkLst>
            <pc:docMk/>
            <pc:sldMk cId="1563042399" sldId="259"/>
            <ac:picMk id="17" creationId="{7A46A96C-E88E-47DF-B380-A1B6072141A1}"/>
          </ac:picMkLst>
        </pc:picChg>
        <pc:picChg chg="add mod">
          <ac:chgData name="ankit sheoran" userId="8d61ddfe3ba0aaa0" providerId="LiveId" clId="{392672BA-4341-4F2C-8D87-71FAA1C1E719}" dt="2024-09-01T18:19:32.609" v="538" actId="1076"/>
          <ac:picMkLst>
            <pc:docMk/>
            <pc:sldMk cId="1563042399" sldId="259"/>
            <ac:picMk id="19" creationId="{BD1E20C7-9FAD-42E6-B83C-DF9425EC9D28}"/>
          </ac:picMkLst>
        </pc:picChg>
        <pc:picChg chg="add mod">
          <ac:chgData name="ankit sheoran" userId="8d61ddfe3ba0aaa0" providerId="LiveId" clId="{392672BA-4341-4F2C-8D87-71FAA1C1E719}" dt="2024-09-01T18:20:01.759" v="541" actId="14100"/>
          <ac:picMkLst>
            <pc:docMk/>
            <pc:sldMk cId="1563042399" sldId="259"/>
            <ac:picMk id="21" creationId="{E2DD1FBF-66D9-4738-B93F-53A9A13E8D05}"/>
          </ac:picMkLst>
        </pc:picChg>
        <pc:picChg chg="add del">
          <ac:chgData name="ankit sheoran" userId="8d61ddfe3ba0aaa0" providerId="LiveId" clId="{392672BA-4341-4F2C-8D87-71FAA1C1E719}" dt="2024-09-01T18:21:33.334" v="555" actId="22"/>
          <ac:picMkLst>
            <pc:docMk/>
            <pc:sldMk cId="1563042399" sldId="259"/>
            <ac:picMk id="23" creationId="{3E2F097A-DDCF-4D19-ABCC-54C112379BB7}"/>
          </ac:picMkLst>
        </pc:picChg>
        <pc:picChg chg="add mod">
          <ac:chgData name="ankit sheoran" userId="8d61ddfe3ba0aaa0" providerId="LiveId" clId="{392672BA-4341-4F2C-8D87-71FAA1C1E719}" dt="2024-09-01T18:23:14.853" v="558" actId="1076"/>
          <ac:picMkLst>
            <pc:docMk/>
            <pc:sldMk cId="1563042399" sldId="259"/>
            <ac:picMk id="25" creationId="{06305804-89A4-4CD5-B787-29CF9217AFD5}"/>
          </ac:picMkLst>
        </pc:picChg>
      </pc:sldChg>
      <pc:sldChg chg="new del">
        <pc:chgData name="ankit sheoran" userId="8d61ddfe3ba0aaa0" providerId="LiveId" clId="{392672BA-4341-4F2C-8D87-71FAA1C1E719}" dt="2024-08-31T19:08:45.895" v="490" actId="2696"/>
        <pc:sldMkLst>
          <pc:docMk/>
          <pc:sldMk cId="597475070" sldId="260"/>
        </pc:sldMkLst>
      </pc:sldChg>
      <pc:sldChg chg="delSp modSp new mod modTransition">
        <pc:chgData name="ankit sheoran" userId="8d61ddfe3ba0aaa0" providerId="LiveId" clId="{392672BA-4341-4F2C-8D87-71FAA1C1E719}" dt="2024-09-01T18:39:21.085" v="855"/>
        <pc:sldMkLst>
          <pc:docMk/>
          <pc:sldMk cId="1481724404" sldId="260"/>
        </pc:sldMkLst>
        <pc:spChg chg="del">
          <ac:chgData name="ankit sheoran" userId="8d61ddfe3ba0aaa0" providerId="LiveId" clId="{392672BA-4341-4F2C-8D87-71FAA1C1E719}" dt="2024-09-01T18:29:39.017" v="693" actId="21"/>
          <ac:spMkLst>
            <pc:docMk/>
            <pc:sldMk cId="1481724404" sldId="260"/>
            <ac:spMk id="2" creationId="{118507D5-F31D-4DDC-954C-E5121CCB5F1E}"/>
          </ac:spMkLst>
        </pc:spChg>
        <pc:spChg chg="mod">
          <ac:chgData name="ankit sheoran" userId="8d61ddfe3ba0aaa0" providerId="LiveId" clId="{392672BA-4341-4F2C-8D87-71FAA1C1E719}" dt="2024-09-01T18:36:05.391" v="841" actId="207"/>
          <ac:spMkLst>
            <pc:docMk/>
            <pc:sldMk cId="1481724404" sldId="260"/>
            <ac:spMk id="3" creationId="{86CE4B5E-DE7F-4EFB-BBD4-2608C1DE5184}"/>
          </ac:spMkLst>
        </pc:spChg>
      </pc:sldChg>
      <pc:sldChg chg="addSp delSp modSp new mod modTransition">
        <pc:chgData name="ankit sheoran" userId="8d61ddfe3ba0aaa0" providerId="LiveId" clId="{392672BA-4341-4F2C-8D87-71FAA1C1E719}" dt="2024-09-01T18:39:24.103" v="856"/>
        <pc:sldMkLst>
          <pc:docMk/>
          <pc:sldMk cId="1258910422" sldId="261"/>
        </pc:sldMkLst>
        <pc:spChg chg="del">
          <ac:chgData name="ankit sheoran" userId="8d61ddfe3ba0aaa0" providerId="LiveId" clId="{392672BA-4341-4F2C-8D87-71FAA1C1E719}" dt="2024-09-01T18:37:00.554" v="843" actId="21"/>
          <ac:spMkLst>
            <pc:docMk/>
            <pc:sldMk cId="1258910422" sldId="261"/>
            <ac:spMk id="2" creationId="{F2F45163-E5FC-4CC8-8E1C-E86A11F4EEAB}"/>
          </ac:spMkLst>
        </pc:spChg>
        <pc:spChg chg="del mod">
          <ac:chgData name="ankit sheoran" userId="8d61ddfe3ba0aaa0" providerId="LiveId" clId="{392672BA-4341-4F2C-8D87-71FAA1C1E719}" dt="2024-09-01T18:37:15.433" v="846"/>
          <ac:spMkLst>
            <pc:docMk/>
            <pc:sldMk cId="1258910422" sldId="261"/>
            <ac:spMk id="3" creationId="{B54417A5-EC7F-4770-8CAE-77C715E86986}"/>
          </ac:spMkLst>
        </pc:spChg>
        <pc:spChg chg="add del mod">
          <ac:chgData name="ankit sheoran" userId="8d61ddfe3ba0aaa0" providerId="LiveId" clId="{392672BA-4341-4F2C-8D87-71FAA1C1E719}" dt="2024-09-01T18:37:18.143" v="847"/>
          <ac:spMkLst>
            <pc:docMk/>
            <pc:sldMk cId="1258910422" sldId="261"/>
            <ac:spMk id="4" creationId="{27A058D7-566A-4004-A7C9-FA64662F1F1F}"/>
          </ac:spMkLst>
        </pc:spChg>
        <pc:spChg chg="add mod">
          <ac:chgData name="ankit sheoran" userId="8d61ddfe3ba0aaa0" providerId="LiveId" clId="{392672BA-4341-4F2C-8D87-71FAA1C1E719}" dt="2024-09-01T18:38:36.404" v="853" actId="207"/>
          <ac:spMkLst>
            <pc:docMk/>
            <pc:sldMk cId="1258910422" sldId="261"/>
            <ac:spMk id="5" creationId="{BFC94588-2A56-4CAA-B6E7-7CC509C8845C}"/>
          </ac:spMkLst>
        </pc:spChg>
      </pc:sldChg>
      <pc:sldChg chg="addSp modSp new mod modTransition">
        <pc:chgData name="ankit sheoran" userId="8d61ddfe3ba0aaa0" providerId="LiveId" clId="{392672BA-4341-4F2C-8D87-71FAA1C1E719}" dt="2024-09-01T19:39:59.755" v="1112"/>
        <pc:sldMkLst>
          <pc:docMk/>
          <pc:sldMk cId="2344617551" sldId="262"/>
        </pc:sldMkLst>
        <pc:spChg chg="mod">
          <ac:chgData name="ankit sheoran" userId="8d61ddfe3ba0aaa0" providerId="LiveId" clId="{392672BA-4341-4F2C-8D87-71FAA1C1E719}" dt="2024-09-01T18:42:22.839" v="886" actId="255"/>
          <ac:spMkLst>
            <pc:docMk/>
            <pc:sldMk cId="2344617551" sldId="262"/>
            <ac:spMk id="2" creationId="{AF61FC78-7290-49C5-92BF-D9406CF07945}"/>
          </ac:spMkLst>
        </pc:spChg>
        <pc:spChg chg="mod">
          <ac:chgData name="ankit sheoran" userId="8d61ddfe3ba0aaa0" providerId="LiveId" clId="{392672BA-4341-4F2C-8D87-71FAA1C1E719}" dt="2024-09-01T18:44:18.384" v="889"/>
          <ac:spMkLst>
            <pc:docMk/>
            <pc:sldMk cId="2344617551" sldId="262"/>
            <ac:spMk id="3" creationId="{6ABCE984-9C13-4C21-97A3-6A4BD4BA2F86}"/>
          </ac:spMkLst>
        </pc:spChg>
        <pc:picChg chg="add mod">
          <ac:chgData name="ankit sheoran" userId="8d61ddfe3ba0aaa0" providerId="LiveId" clId="{392672BA-4341-4F2C-8D87-71FAA1C1E719}" dt="2024-09-01T19:04:51" v="901" actId="14100"/>
          <ac:picMkLst>
            <pc:docMk/>
            <pc:sldMk cId="2344617551" sldId="262"/>
            <ac:picMk id="5" creationId="{E0855555-622A-4859-9123-9FD83CB94A67}"/>
          </ac:picMkLst>
        </pc:picChg>
      </pc:sldChg>
      <pc:sldChg chg="addSp delSp modSp new mod modTransition">
        <pc:chgData name="ankit sheoran" userId="8d61ddfe3ba0aaa0" providerId="LiveId" clId="{392672BA-4341-4F2C-8D87-71FAA1C1E719}" dt="2024-09-01T19:40:03.181" v="1113"/>
        <pc:sldMkLst>
          <pc:docMk/>
          <pc:sldMk cId="1577640729" sldId="263"/>
        </pc:sldMkLst>
        <pc:spChg chg="del">
          <ac:chgData name="ankit sheoran" userId="8d61ddfe3ba0aaa0" providerId="LiveId" clId="{392672BA-4341-4F2C-8D87-71FAA1C1E719}" dt="2024-09-01T19:05:02.525" v="903" actId="21"/>
          <ac:spMkLst>
            <pc:docMk/>
            <pc:sldMk cId="1577640729" sldId="263"/>
            <ac:spMk id="2" creationId="{2592A4E2-96F2-4947-9047-F99D07DF0AE2}"/>
          </ac:spMkLst>
        </pc:spChg>
        <pc:spChg chg="mod">
          <ac:chgData name="ankit sheoran" userId="8d61ddfe3ba0aaa0" providerId="LiveId" clId="{392672BA-4341-4F2C-8D87-71FAA1C1E719}" dt="2024-09-01T19:14:00.537" v="935" actId="20577"/>
          <ac:spMkLst>
            <pc:docMk/>
            <pc:sldMk cId="1577640729" sldId="263"/>
            <ac:spMk id="3" creationId="{544B11F4-E5CD-49AC-B314-9D02D86ECBB7}"/>
          </ac:spMkLst>
        </pc:spChg>
        <pc:picChg chg="add mod">
          <ac:chgData name="ankit sheoran" userId="8d61ddfe3ba0aaa0" providerId="LiveId" clId="{392672BA-4341-4F2C-8D87-71FAA1C1E719}" dt="2024-09-01T19:16:36.357" v="936" actId="1076"/>
          <ac:picMkLst>
            <pc:docMk/>
            <pc:sldMk cId="1577640729" sldId="263"/>
            <ac:picMk id="5" creationId="{5157224A-F62A-4F2B-A924-DE914BB5C17A}"/>
          </ac:picMkLst>
        </pc:picChg>
        <pc:picChg chg="add mod">
          <ac:chgData name="ankit sheoran" userId="8d61ddfe3ba0aaa0" providerId="LiveId" clId="{392672BA-4341-4F2C-8D87-71FAA1C1E719}" dt="2024-09-01T19:17:00.867" v="941" actId="14100"/>
          <ac:picMkLst>
            <pc:docMk/>
            <pc:sldMk cId="1577640729" sldId="263"/>
            <ac:picMk id="7" creationId="{560D6324-531D-4D7A-AE24-48CE90EC13AE}"/>
          </ac:picMkLst>
        </pc:picChg>
      </pc:sldChg>
      <pc:sldChg chg="addSp delSp modSp new mod modTransition">
        <pc:chgData name="ankit sheoran" userId="8d61ddfe3ba0aaa0" providerId="LiveId" clId="{392672BA-4341-4F2C-8D87-71FAA1C1E719}" dt="2024-09-01T19:40:06.952" v="1114"/>
        <pc:sldMkLst>
          <pc:docMk/>
          <pc:sldMk cId="3501336825" sldId="264"/>
        </pc:sldMkLst>
        <pc:spChg chg="del">
          <ac:chgData name="ankit sheoran" userId="8d61ddfe3ba0aaa0" providerId="LiveId" clId="{392672BA-4341-4F2C-8D87-71FAA1C1E719}" dt="2024-09-01T19:19:11.904" v="943" actId="21"/>
          <ac:spMkLst>
            <pc:docMk/>
            <pc:sldMk cId="3501336825" sldId="264"/>
            <ac:spMk id="2" creationId="{D6EEE0F3-40C6-490D-ACD0-6B6B0A582F76}"/>
          </ac:spMkLst>
        </pc:spChg>
        <pc:spChg chg="mod">
          <ac:chgData name="ankit sheoran" userId="8d61ddfe3ba0aaa0" providerId="LiveId" clId="{392672BA-4341-4F2C-8D87-71FAA1C1E719}" dt="2024-09-01T19:35:43.241" v="1031" actId="20577"/>
          <ac:spMkLst>
            <pc:docMk/>
            <pc:sldMk cId="3501336825" sldId="264"/>
            <ac:spMk id="3" creationId="{8F85E0CB-EC26-44E0-AE58-9E64C2562221}"/>
          </ac:spMkLst>
        </pc:spChg>
        <pc:picChg chg="add mod">
          <ac:chgData name="ankit sheoran" userId="8d61ddfe3ba0aaa0" providerId="LiveId" clId="{392672BA-4341-4F2C-8D87-71FAA1C1E719}" dt="2024-09-01T19:25:58.595" v="950" actId="1076"/>
          <ac:picMkLst>
            <pc:docMk/>
            <pc:sldMk cId="3501336825" sldId="264"/>
            <ac:picMk id="5" creationId="{0309F4CC-90D2-4F75-BAE8-797AF7071E01}"/>
          </ac:picMkLst>
        </pc:picChg>
        <pc:picChg chg="add mod">
          <ac:chgData name="ankit sheoran" userId="8d61ddfe3ba0aaa0" providerId="LiveId" clId="{392672BA-4341-4F2C-8D87-71FAA1C1E719}" dt="2024-09-01T19:35:00.039" v="1001" actId="14100"/>
          <ac:picMkLst>
            <pc:docMk/>
            <pc:sldMk cId="3501336825" sldId="264"/>
            <ac:picMk id="7" creationId="{26A2B077-CB18-4B2E-9341-7AD61F5174F8}"/>
          </ac:picMkLst>
        </pc:picChg>
      </pc:sldChg>
      <pc:sldChg chg="addSp delSp modSp new mod modTransition">
        <pc:chgData name="ankit sheoran" userId="8d61ddfe3ba0aaa0" providerId="LiveId" clId="{392672BA-4341-4F2C-8D87-71FAA1C1E719}" dt="2024-09-01T19:55:32.164" v="1244" actId="207"/>
        <pc:sldMkLst>
          <pc:docMk/>
          <pc:sldMk cId="666736343" sldId="265"/>
        </pc:sldMkLst>
        <pc:spChg chg="del">
          <ac:chgData name="ankit sheoran" userId="8d61ddfe3ba0aaa0" providerId="LiveId" clId="{392672BA-4341-4F2C-8D87-71FAA1C1E719}" dt="2024-09-01T19:36:06.731" v="1033" actId="21"/>
          <ac:spMkLst>
            <pc:docMk/>
            <pc:sldMk cId="666736343" sldId="265"/>
            <ac:spMk id="2" creationId="{66167DD7-A08A-41A8-9247-615E6F498025}"/>
          </ac:spMkLst>
        </pc:spChg>
        <pc:spChg chg="del mod">
          <ac:chgData name="ankit sheoran" userId="8d61ddfe3ba0aaa0" providerId="LiveId" clId="{392672BA-4341-4F2C-8D87-71FAA1C1E719}" dt="2024-09-01T19:36:53.198" v="1036" actId="1032"/>
          <ac:spMkLst>
            <pc:docMk/>
            <pc:sldMk cId="666736343" sldId="265"/>
            <ac:spMk id="3" creationId="{FD8772B9-F331-4958-985F-41CBB34713AE}"/>
          </ac:spMkLst>
        </pc:spChg>
        <pc:spChg chg="add del mod">
          <ac:chgData name="ankit sheoran" userId="8d61ddfe3ba0aaa0" providerId="LiveId" clId="{392672BA-4341-4F2C-8D87-71FAA1C1E719}" dt="2024-09-01T19:46:29.392" v="1122" actId="21"/>
          <ac:spMkLst>
            <pc:docMk/>
            <pc:sldMk cId="666736343" sldId="265"/>
            <ac:spMk id="5" creationId="{185C9C15-0F60-4B69-BC72-353996CF07D2}"/>
          </ac:spMkLst>
        </pc:spChg>
        <pc:spChg chg="add del mod">
          <ac:chgData name="ankit sheoran" userId="8d61ddfe3ba0aaa0" providerId="LiveId" clId="{392672BA-4341-4F2C-8D87-71FAA1C1E719}" dt="2024-09-01T19:46:16.720" v="1120" actId="21"/>
          <ac:spMkLst>
            <pc:docMk/>
            <pc:sldMk cId="666736343" sldId="265"/>
            <ac:spMk id="7" creationId="{B7DF59BD-9E39-4A00-8626-ACB2FC7415C8}"/>
          </ac:spMkLst>
        </pc:spChg>
        <pc:spChg chg="add mod ord">
          <ac:chgData name="ankit sheoran" userId="8d61ddfe3ba0aaa0" providerId="LiveId" clId="{392672BA-4341-4F2C-8D87-71FAA1C1E719}" dt="2024-09-01T19:47:44.814" v="1134" actId="167"/>
          <ac:spMkLst>
            <pc:docMk/>
            <pc:sldMk cId="666736343" sldId="265"/>
            <ac:spMk id="8" creationId="{AA604353-03B4-4710-B2FF-70A110AD5217}"/>
          </ac:spMkLst>
        </pc:spChg>
        <pc:spChg chg="add mod">
          <ac:chgData name="ankit sheoran" userId="8d61ddfe3ba0aaa0" providerId="LiveId" clId="{392672BA-4341-4F2C-8D87-71FAA1C1E719}" dt="2024-09-01T19:55:32.164" v="1244" actId="207"/>
          <ac:spMkLst>
            <pc:docMk/>
            <pc:sldMk cId="666736343" sldId="265"/>
            <ac:spMk id="9" creationId="{06C1EEF5-4BA8-4DCC-AE96-C22E55EA3782}"/>
          </ac:spMkLst>
        </pc:spChg>
        <pc:graphicFrameChg chg="add del mod modGraphic">
          <ac:chgData name="ankit sheoran" userId="8d61ddfe3ba0aaa0" providerId="LiveId" clId="{392672BA-4341-4F2C-8D87-71FAA1C1E719}" dt="2024-09-01T19:54:49.888" v="1242"/>
          <ac:graphicFrameMkLst>
            <pc:docMk/>
            <pc:sldMk cId="666736343" sldId="265"/>
            <ac:graphicFrameMk id="4" creationId="{F1AC032F-7B81-4C0F-B710-A49DA2DC5C83}"/>
          </ac:graphicFrameMkLst>
        </pc:graphicFrameChg>
      </pc:sldChg>
      <pc:sldChg chg="addSp delSp modSp new del mod">
        <pc:chgData name="ankit sheoran" userId="8d61ddfe3ba0aaa0" providerId="LiveId" clId="{392672BA-4341-4F2C-8D87-71FAA1C1E719}" dt="2024-09-01T19:58:52.113" v="1254" actId="2696"/>
        <pc:sldMkLst>
          <pc:docMk/>
          <pc:sldMk cId="1307905643" sldId="266"/>
        </pc:sldMkLst>
        <pc:spChg chg="del mod">
          <ac:chgData name="ankit sheoran" userId="8d61ddfe3ba0aaa0" providerId="LiveId" clId="{392672BA-4341-4F2C-8D87-71FAA1C1E719}" dt="2024-09-01T19:55:56.527" v="1247" actId="21"/>
          <ac:spMkLst>
            <pc:docMk/>
            <pc:sldMk cId="1307905643" sldId="266"/>
            <ac:spMk id="2" creationId="{4D1CE065-79D5-44C0-848D-0F9F3ED77871}"/>
          </ac:spMkLst>
        </pc:spChg>
        <pc:spChg chg="del mod">
          <ac:chgData name="ankit sheoran" userId="8d61ddfe3ba0aaa0" providerId="LiveId" clId="{392672BA-4341-4F2C-8D87-71FAA1C1E719}" dt="2024-09-01T19:58:10.938" v="1250"/>
          <ac:spMkLst>
            <pc:docMk/>
            <pc:sldMk cId="1307905643" sldId="266"/>
            <ac:spMk id="3" creationId="{E38E61B4-B704-45AD-8EC1-AAA39DFBFC99}"/>
          </ac:spMkLst>
        </pc:spChg>
        <pc:spChg chg="add mod">
          <ac:chgData name="ankit sheoran" userId="8d61ddfe3ba0aaa0" providerId="LiveId" clId="{392672BA-4341-4F2C-8D87-71FAA1C1E719}" dt="2024-09-01T19:58:38.798" v="1253" actId="14100"/>
          <ac:spMkLst>
            <pc:docMk/>
            <pc:sldMk cId="1307905643" sldId="266"/>
            <ac:spMk id="4" creationId="{2ECC113E-2057-4C4D-AE53-1EFD2739D126}"/>
          </ac:spMkLst>
        </pc:spChg>
      </pc:sldChg>
      <pc:sldChg chg="addSp delSp modSp new mod modTransition">
        <pc:chgData name="ankit sheoran" userId="8d61ddfe3ba0aaa0" providerId="LiveId" clId="{392672BA-4341-4F2C-8D87-71FAA1C1E719}" dt="2024-09-01T23:37:18.172" v="1356"/>
        <pc:sldMkLst>
          <pc:docMk/>
          <pc:sldMk cId="2812528486" sldId="266"/>
        </pc:sldMkLst>
        <pc:spChg chg="del">
          <ac:chgData name="ankit sheoran" userId="8d61ddfe3ba0aaa0" providerId="LiveId" clId="{392672BA-4341-4F2C-8D87-71FAA1C1E719}" dt="2024-09-01T19:59:00.465" v="1256" actId="21"/>
          <ac:spMkLst>
            <pc:docMk/>
            <pc:sldMk cId="2812528486" sldId="266"/>
            <ac:spMk id="2" creationId="{0DEF81BA-F3B4-437A-93B5-2BB45CA2ECA8}"/>
          </ac:spMkLst>
        </pc:spChg>
        <pc:spChg chg="del mod">
          <ac:chgData name="ankit sheoran" userId="8d61ddfe3ba0aaa0" providerId="LiveId" clId="{392672BA-4341-4F2C-8D87-71FAA1C1E719}" dt="2024-09-01T19:59:13.714" v="1259"/>
          <ac:spMkLst>
            <pc:docMk/>
            <pc:sldMk cId="2812528486" sldId="266"/>
            <ac:spMk id="3" creationId="{6476FCD8-2639-4AD3-B796-B2E9F844CE27}"/>
          </ac:spMkLst>
        </pc:spChg>
        <pc:spChg chg="add del mod">
          <ac:chgData name="ankit sheoran" userId="8d61ddfe3ba0aaa0" providerId="LiveId" clId="{392672BA-4341-4F2C-8D87-71FAA1C1E719}" dt="2024-09-01T19:59:15.399" v="1260"/>
          <ac:spMkLst>
            <pc:docMk/>
            <pc:sldMk cId="2812528486" sldId="266"/>
            <ac:spMk id="4" creationId="{C3D427A1-EA9B-44E6-9D6E-16E31418D287}"/>
          </ac:spMkLst>
        </pc:spChg>
        <pc:spChg chg="add del mod">
          <ac:chgData name="ankit sheoran" userId="8d61ddfe3ba0aaa0" providerId="LiveId" clId="{392672BA-4341-4F2C-8D87-71FAA1C1E719}" dt="2024-09-01T19:59:36.938" v="1263"/>
          <ac:spMkLst>
            <pc:docMk/>
            <pc:sldMk cId="2812528486" sldId="266"/>
            <ac:spMk id="5" creationId="{A05E55E4-CDA3-4F4B-96FE-8A6CF8DC198C}"/>
          </ac:spMkLst>
        </pc:spChg>
        <pc:spChg chg="add del mod">
          <ac:chgData name="ankit sheoran" userId="8d61ddfe3ba0aaa0" providerId="LiveId" clId="{392672BA-4341-4F2C-8D87-71FAA1C1E719}" dt="2024-09-01T19:59:35.427" v="1262"/>
          <ac:spMkLst>
            <pc:docMk/>
            <pc:sldMk cId="2812528486" sldId="266"/>
            <ac:spMk id="6" creationId="{62812F09-0C11-4755-8658-A19011F437F3}"/>
          </ac:spMkLst>
        </pc:spChg>
        <pc:spChg chg="add del mod">
          <ac:chgData name="ankit sheoran" userId="8d61ddfe3ba0aaa0" providerId="LiveId" clId="{392672BA-4341-4F2C-8D87-71FAA1C1E719}" dt="2024-09-01T19:59:44.379" v="1265" actId="21"/>
          <ac:spMkLst>
            <pc:docMk/>
            <pc:sldMk cId="2812528486" sldId="266"/>
            <ac:spMk id="7" creationId="{E2939B68-53AD-4499-966E-53BEE0E84BF6}"/>
          </ac:spMkLst>
        </pc:spChg>
        <pc:spChg chg="add del mod">
          <ac:chgData name="ankit sheoran" userId="8d61ddfe3ba0aaa0" providerId="LiveId" clId="{392672BA-4341-4F2C-8D87-71FAA1C1E719}" dt="2024-09-01T19:59:56.270" v="1268"/>
          <ac:spMkLst>
            <pc:docMk/>
            <pc:sldMk cId="2812528486" sldId="266"/>
            <ac:spMk id="8" creationId="{A15DAB72-7484-4717-8F15-1FBE05A06162}"/>
          </ac:spMkLst>
        </pc:spChg>
        <pc:spChg chg="add del mod">
          <ac:chgData name="ankit sheoran" userId="8d61ddfe3ba0aaa0" providerId="LiveId" clId="{392672BA-4341-4F2C-8D87-71FAA1C1E719}" dt="2024-09-01T20:00:05.020" v="1270" actId="21"/>
          <ac:spMkLst>
            <pc:docMk/>
            <pc:sldMk cId="2812528486" sldId="266"/>
            <ac:spMk id="9" creationId="{4324BF98-EA75-408A-9964-4720A8C70F5D}"/>
          </ac:spMkLst>
        </pc:spChg>
        <pc:spChg chg="add del mod">
          <ac:chgData name="ankit sheoran" userId="8d61ddfe3ba0aaa0" providerId="LiveId" clId="{392672BA-4341-4F2C-8D87-71FAA1C1E719}" dt="2024-09-01T20:00:10.701" v="1271"/>
          <ac:spMkLst>
            <pc:docMk/>
            <pc:sldMk cId="2812528486" sldId="266"/>
            <ac:spMk id="10" creationId="{7E53B5BD-7CB8-4BE7-A02B-9D0145624B97}"/>
          </ac:spMkLst>
        </pc:spChg>
        <pc:spChg chg="add mod">
          <ac:chgData name="ankit sheoran" userId="8d61ddfe3ba0aaa0" providerId="LiveId" clId="{392672BA-4341-4F2C-8D87-71FAA1C1E719}" dt="2024-09-01T20:09:51.087" v="1322" actId="20577"/>
          <ac:spMkLst>
            <pc:docMk/>
            <pc:sldMk cId="2812528486" sldId="266"/>
            <ac:spMk id="11" creationId="{ACD6E9E8-4FE2-4C5B-BB43-122C43A3C957}"/>
          </ac:spMkLst>
        </pc:spChg>
        <pc:spChg chg="add del mod">
          <ac:chgData name="ankit sheoran" userId="8d61ddfe3ba0aaa0" providerId="LiveId" clId="{392672BA-4341-4F2C-8D87-71FAA1C1E719}" dt="2024-09-01T20:09:44.949" v="1318"/>
          <ac:spMkLst>
            <pc:docMk/>
            <pc:sldMk cId="2812528486" sldId="266"/>
            <ac:spMk id="14" creationId="{8366E752-5E84-42CB-B495-00CBED47A910}"/>
          </ac:spMkLst>
        </pc:spChg>
        <pc:spChg chg="add del mod">
          <ac:chgData name="ankit sheoran" userId="8d61ddfe3ba0aaa0" providerId="LiveId" clId="{392672BA-4341-4F2C-8D87-71FAA1C1E719}" dt="2024-09-01T20:09:44.951" v="1320"/>
          <ac:spMkLst>
            <pc:docMk/>
            <pc:sldMk cId="2812528486" sldId="266"/>
            <ac:spMk id="15" creationId="{1F1E94C9-5F1F-4A37-9E17-D879E1483F9D}"/>
          </ac:spMkLst>
        </pc:spChg>
        <pc:spChg chg="add mod">
          <ac:chgData name="ankit sheoran" userId="8d61ddfe3ba0aaa0" providerId="LiveId" clId="{392672BA-4341-4F2C-8D87-71FAA1C1E719}" dt="2024-09-01T20:10:06.756" v="1323" actId="767"/>
          <ac:spMkLst>
            <pc:docMk/>
            <pc:sldMk cId="2812528486" sldId="266"/>
            <ac:spMk id="16" creationId="{F5B6A751-39F1-4B9E-B0A9-79084138E8FF}"/>
          </ac:spMkLst>
        </pc:spChg>
        <pc:spChg chg="add mod">
          <ac:chgData name="ankit sheoran" userId="8d61ddfe3ba0aaa0" providerId="LiveId" clId="{392672BA-4341-4F2C-8D87-71FAA1C1E719}" dt="2024-09-01T20:13:39.152" v="1347" actId="1076"/>
          <ac:spMkLst>
            <pc:docMk/>
            <pc:sldMk cId="2812528486" sldId="266"/>
            <ac:spMk id="17" creationId="{64369958-8F5B-4B43-8636-11C64C207E50}"/>
          </ac:spMkLst>
        </pc:spChg>
        <pc:spChg chg="add del">
          <ac:chgData name="ankit sheoran" userId="8d61ddfe3ba0aaa0" providerId="LiveId" clId="{392672BA-4341-4F2C-8D87-71FAA1C1E719}" dt="2024-09-01T20:10:40.937" v="1331"/>
          <ac:spMkLst>
            <pc:docMk/>
            <pc:sldMk cId="2812528486" sldId="266"/>
            <ac:spMk id="18" creationId="{1DF2553D-53D5-4420-A41E-3AE34EFAA920}"/>
          </ac:spMkLst>
        </pc:spChg>
        <pc:spChg chg="add mod">
          <ac:chgData name="ankit sheoran" userId="8d61ddfe3ba0aaa0" providerId="LiveId" clId="{392672BA-4341-4F2C-8D87-71FAA1C1E719}" dt="2024-09-01T20:12:12.246" v="1340" actId="207"/>
          <ac:spMkLst>
            <pc:docMk/>
            <pc:sldMk cId="2812528486" sldId="266"/>
            <ac:spMk id="19" creationId="{91F5A98A-18CA-48A2-AB21-48F1B3C36FA2}"/>
          </ac:spMkLst>
        </pc:spChg>
        <pc:picChg chg="add mod">
          <ac:chgData name="ankit sheoran" userId="8d61ddfe3ba0aaa0" providerId="LiveId" clId="{392672BA-4341-4F2C-8D87-71FAA1C1E719}" dt="2024-09-01T20:06:47.460" v="1286" actId="1076"/>
          <ac:picMkLst>
            <pc:docMk/>
            <pc:sldMk cId="2812528486" sldId="266"/>
            <ac:picMk id="13" creationId="{75E376C1-736B-4662-B79C-2DF789B29F11}"/>
          </ac:picMkLst>
        </pc:picChg>
        <pc:picChg chg="add mod">
          <ac:chgData name="ankit sheoran" userId="8d61ddfe3ba0aaa0" providerId="LiveId" clId="{392672BA-4341-4F2C-8D87-71FAA1C1E719}" dt="2024-09-01T20:13:46.871" v="1349" actId="14100"/>
          <ac:picMkLst>
            <pc:docMk/>
            <pc:sldMk cId="2812528486" sldId="266"/>
            <ac:picMk id="21" creationId="{8E729BBA-7E12-4C9B-9984-292523DE1244}"/>
          </ac:picMkLst>
        </pc:picChg>
      </pc:sldChg>
      <pc:sldChg chg="addSp delSp modSp new mod modTransition">
        <pc:chgData name="ankit sheoran" userId="8d61ddfe3ba0aaa0" providerId="LiveId" clId="{392672BA-4341-4F2C-8D87-71FAA1C1E719}" dt="2024-09-02T00:57:20.977" v="1441"/>
        <pc:sldMkLst>
          <pc:docMk/>
          <pc:sldMk cId="418471577" sldId="267"/>
        </pc:sldMkLst>
        <pc:spChg chg="del">
          <ac:chgData name="ankit sheoran" userId="8d61ddfe3ba0aaa0" providerId="LiveId" clId="{392672BA-4341-4F2C-8D87-71FAA1C1E719}" dt="2024-09-02T00:37:30.439" v="1358" actId="21"/>
          <ac:spMkLst>
            <pc:docMk/>
            <pc:sldMk cId="418471577" sldId="267"/>
            <ac:spMk id="2" creationId="{F22675A8-B1B1-44AF-AFA1-46AEAB15B9AE}"/>
          </ac:spMkLst>
        </pc:spChg>
        <pc:spChg chg="mod">
          <ac:chgData name="ankit sheoran" userId="8d61ddfe3ba0aaa0" providerId="LiveId" clId="{392672BA-4341-4F2C-8D87-71FAA1C1E719}" dt="2024-09-02T00:38:03.095" v="1383" actId="20577"/>
          <ac:spMkLst>
            <pc:docMk/>
            <pc:sldMk cId="418471577" sldId="267"/>
            <ac:spMk id="3" creationId="{65D1F1EF-2BEE-4F8D-A96B-B7537E24EF61}"/>
          </ac:spMkLst>
        </pc:spChg>
        <pc:picChg chg="add del mod">
          <ac:chgData name="ankit sheoran" userId="8d61ddfe3ba0aaa0" providerId="LiveId" clId="{392672BA-4341-4F2C-8D87-71FAA1C1E719}" dt="2024-09-02T00:38:31.168" v="1387" actId="21"/>
          <ac:picMkLst>
            <pc:docMk/>
            <pc:sldMk cId="418471577" sldId="267"/>
            <ac:picMk id="5" creationId="{C83157DD-88AF-459B-BA75-38C38E5305C7}"/>
          </ac:picMkLst>
        </pc:picChg>
        <pc:picChg chg="add del mod">
          <ac:chgData name="ankit sheoran" userId="8d61ddfe3ba0aaa0" providerId="LiveId" clId="{392672BA-4341-4F2C-8D87-71FAA1C1E719}" dt="2024-09-02T00:38:31.168" v="1387" actId="21"/>
          <ac:picMkLst>
            <pc:docMk/>
            <pc:sldMk cId="418471577" sldId="267"/>
            <ac:picMk id="7" creationId="{1BD7D1E3-90D6-4E32-BEB7-005EB313B5F8}"/>
          </ac:picMkLst>
        </pc:picChg>
        <pc:picChg chg="add del mod">
          <ac:chgData name="ankit sheoran" userId="8d61ddfe3ba0aaa0" providerId="LiveId" clId="{392672BA-4341-4F2C-8D87-71FAA1C1E719}" dt="2024-09-02T00:38:31.168" v="1387" actId="21"/>
          <ac:picMkLst>
            <pc:docMk/>
            <pc:sldMk cId="418471577" sldId="267"/>
            <ac:picMk id="9" creationId="{6CACBFA9-0767-488A-A23B-6317FA3CEB0E}"/>
          </ac:picMkLst>
        </pc:picChg>
        <pc:picChg chg="add del mod">
          <ac:chgData name="ankit sheoran" userId="8d61ddfe3ba0aaa0" providerId="LiveId" clId="{392672BA-4341-4F2C-8D87-71FAA1C1E719}" dt="2024-09-02T00:47:34.003" v="1438" actId="14100"/>
          <ac:picMkLst>
            <pc:docMk/>
            <pc:sldMk cId="418471577" sldId="267"/>
            <ac:picMk id="11" creationId="{971370A5-ED53-43B1-8D5D-14A92EFD4BB3}"/>
          </ac:picMkLst>
        </pc:picChg>
        <pc:picChg chg="add mod">
          <ac:chgData name="ankit sheoran" userId="8d61ddfe3ba0aaa0" providerId="LiveId" clId="{392672BA-4341-4F2C-8D87-71FAA1C1E719}" dt="2024-09-02T00:40:41.750" v="1396" actId="14100"/>
          <ac:picMkLst>
            <pc:docMk/>
            <pc:sldMk cId="418471577" sldId="267"/>
            <ac:picMk id="13" creationId="{891A0315-6059-429A-9C66-CC5CE5477933}"/>
          </ac:picMkLst>
        </pc:picChg>
        <pc:picChg chg="add mod">
          <ac:chgData name="ankit sheoran" userId="8d61ddfe3ba0aaa0" providerId="LiveId" clId="{392672BA-4341-4F2C-8D87-71FAA1C1E719}" dt="2024-09-02T00:47:38.881" v="1439" actId="14100"/>
          <ac:picMkLst>
            <pc:docMk/>
            <pc:sldMk cId="418471577" sldId="267"/>
            <ac:picMk id="15" creationId="{10FC8AB8-15AA-4B5F-93C0-C78C4F7A4BEB}"/>
          </ac:picMkLst>
        </pc:picChg>
        <pc:picChg chg="add mod">
          <ac:chgData name="ankit sheoran" userId="8d61ddfe3ba0aaa0" providerId="LiveId" clId="{392672BA-4341-4F2C-8D87-71FAA1C1E719}" dt="2024-09-02T00:47:43.145" v="1440" actId="14100"/>
          <ac:picMkLst>
            <pc:docMk/>
            <pc:sldMk cId="418471577" sldId="267"/>
            <ac:picMk id="17" creationId="{8611C766-9E5E-4865-A0BE-E813080FD5D4}"/>
          </ac:picMkLst>
        </pc:picChg>
        <pc:picChg chg="add del mod">
          <ac:chgData name="ankit sheoran" userId="8d61ddfe3ba0aaa0" providerId="LiveId" clId="{392672BA-4341-4F2C-8D87-71FAA1C1E719}" dt="2024-09-02T00:47:26.431" v="1436" actId="931"/>
          <ac:picMkLst>
            <pc:docMk/>
            <pc:sldMk cId="418471577" sldId="267"/>
            <ac:picMk id="19" creationId="{260766B1-C361-4027-A835-4E0D4509D062}"/>
          </ac:picMkLst>
        </pc:picChg>
      </pc:sldChg>
      <pc:sldMasterChg chg="addSldLayout">
        <pc:chgData name="ankit sheoran" userId="8d61ddfe3ba0aaa0" providerId="LiveId" clId="{392672BA-4341-4F2C-8D87-71FAA1C1E719}" dt="2024-08-31T07:38:06.670" v="0" actId="680"/>
        <pc:sldMasterMkLst>
          <pc:docMk/>
          <pc:sldMasterMk cId="1379717358" sldId="2147483648"/>
        </pc:sldMasterMkLst>
        <pc:sldLayoutChg chg="add">
          <pc:chgData name="ankit sheoran" userId="8d61ddfe3ba0aaa0" providerId="LiveId" clId="{392672BA-4341-4F2C-8D87-71FAA1C1E719}" dt="2024-08-31T07:38:06.670" v="0" actId="680"/>
          <pc:sldLayoutMkLst>
            <pc:docMk/>
            <pc:sldMasterMk cId="1379717358" sldId="2147483648"/>
            <pc:sldLayoutMk cId="1675316044" sldId="2147483649"/>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A89DA1-2C4E-49A9-99AD-C705C65036A5}" type="doc">
      <dgm:prSet loTypeId="urn:microsoft.com/office/officeart/2008/layout/RadialCluster" loCatId="relationship" qsTypeId="urn:microsoft.com/office/officeart/2005/8/quickstyle/3d7" qsCatId="3D" csTypeId="urn:microsoft.com/office/officeart/2005/8/colors/accent1_2" csCatId="accent1" phldr="1"/>
      <dgm:spPr>
        <a:scene3d>
          <a:camera prst="perspectiveLeft" zoom="91000">
            <a:rot lat="0" lon="1200000" rev="0"/>
          </a:camera>
          <a:lightRig rig="sunrise" dir="t"/>
        </a:scene3d>
      </dgm:spPr>
      <dgm:t>
        <a:bodyPr/>
        <a:lstStyle/>
        <a:p>
          <a:endParaRPr lang="en-IN"/>
        </a:p>
      </dgm:t>
    </dgm:pt>
    <dgm:pt modelId="{FE347284-7FBD-4C1F-900E-3841C73228C2}">
      <dgm:prSet phldrT="[Text]"/>
      <dgm:spPr>
        <a:scene3d>
          <a:camera prst="perspectiveLeft" zoom="91000">
            <a:rot lat="0" lon="1200000" rev="0"/>
          </a:camera>
          <a:lightRig rig="sunrise" dir="t"/>
        </a:scene3d>
        <a:sp3d z="-88900" extrusionH="50600" contourW="12700" prstMaterial="legacyWireframe">
          <a:bevelT w="101600" h="80600" prst="relaxedInset"/>
          <a:bevelB w="80600" h="80600" prst="relaxedInset"/>
          <a:contourClr>
            <a:srgbClr val="FFC000"/>
          </a:contourClr>
        </a:sp3d>
      </dgm:spPr>
      <dgm:t>
        <a:bodyPr>
          <a:flatTx/>
        </a:bodyPr>
        <a:lstStyle/>
        <a:p>
          <a:r>
            <a:rPr lang="en-US" dirty="0"/>
            <a:t>Analysis</a:t>
          </a:r>
          <a:endParaRPr lang="en-IN" dirty="0"/>
        </a:p>
      </dgm:t>
    </dgm:pt>
    <dgm:pt modelId="{43725BEA-9521-47D4-A5A5-6981947E5975}" type="parTrans" cxnId="{B6E66F23-B863-4E3B-8160-83721F0AAAFD}">
      <dgm:prSet/>
      <dgm:spPr/>
      <dgm:t>
        <a:bodyPr/>
        <a:lstStyle/>
        <a:p>
          <a:endParaRPr lang="en-IN"/>
        </a:p>
      </dgm:t>
    </dgm:pt>
    <dgm:pt modelId="{EB6154BD-B78A-4DD4-A37C-E70B53EEC95D}" type="sibTrans" cxnId="{B6E66F23-B863-4E3B-8160-83721F0AAAFD}">
      <dgm:prSet/>
      <dgm:spPr/>
      <dgm:t>
        <a:bodyPr/>
        <a:lstStyle/>
        <a:p>
          <a:endParaRPr lang="en-IN"/>
        </a:p>
      </dgm:t>
    </dgm:pt>
    <dgm:pt modelId="{B385DE44-FD07-43BF-8598-A1B695A99565}">
      <dgm:prSet phldrT="[Text]"/>
      <dgm:spPr>
        <a:scene3d>
          <a:camera prst="perspectiveLeft" zoom="91000">
            <a:rot lat="0" lon="1200000" rev="0"/>
          </a:camera>
          <a:lightRig rig="sunrise" dir="t"/>
        </a:scene3d>
        <a:sp3d z="-88900" extrusionH="50600" contourW="12700" prstMaterial="legacyWireframe">
          <a:bevelT w="101600" h="80600" prst="relaxedInset"/>
          <a:bevelB w="80600" h="80600" prst="relaxedInset"/>
          <a:contourClr>
            <a:srgbClr val="FFC000"/>
          </a:contourClr>
        </a:sp3d>
      </dgm:spPr>
      <dgm:t>
        <a:bodyPr>
          <a:flatTx/>
        </a:bodyPr>
        <a:lstStyle/>
        <a:p>
          <a:r>
            <a:rPr lang="en-US" dirty="0"/>
            <a:t>App</a:t>
          </a:r>
          <a:r>
            <a:rPr lang="en-US" baseline="0" dirty="0"/>
            <a:t> data</a:t>
          </a:r>
          <a:endParaRPr lang="en-IN" dirty="0"/>
        </a:p>
      </dgm:t>
    </dgm:pt>
    <dgm:pt modelId="{38051DD9-D0C9-4029-8E90-6E01A44BD264}" type="parTrans" cxnId="{4DDC316F-6646-4C7F-BCF5-FA6DE44BD7F4}">
      <dgm:prSet/>
      <dgm:spPr>
        <a:scene3d>
          <a:camera prst="perspectiveLeft" zoom="91000">
            <a:rot lat="0" lon="1200000" rev="0"/>
          </a:camera>
          <a:lightRig rig="sunrise" dir="t"/>
        </a:scene3d>
        <a:sp3d z="-88900" contourW="12700" prstMaterial="legacyWireframe">
          <a:contourClr>
            <a:srgbClr val="FFC000"/>
          </a:contourClr>
        </a:sp3d>
      </dgm:spPr>
      <dgm:t>
        <a:bodyPr/>
        <a:lstStyle/>
        <a:p>
          <a:endParaRPr lang="en-IN"/>
        </a:p>
      </dgm:t>
    </dgm:pt>
    <dgm:pt modelId="{78A42E26-6F50-48DF-AF2C-BC7699294E38}" type="sibTrans" cxnId="{4DDC316F-6646-4C7F-BCF5-FA6DE44BD7F4}">
      <dgm:prSet/>
      <dgm:spPr/>
      <dgm:t>
        <a:bodyPr/>
        <a:lstStyle/>
        <a:p>
          <a:endParaRPr lang="en-IN"/>
        </a:p>
      </dgm:t>
    </dgm:pt>
    <dgm:pt modelId="{47E59D85-1649-4258-8E73-3F603917A4BF}">
      <dgm:prSet phldrT="[Text]"/>
      <dgm:spPr>
        <a:scene3d>
          <a:camera prst="perspectiveLeft" zoom="91000">
            <a:rot lat="0" lon="1200000" rev="0"/>
          </a:camera>
          <a:lightRig rig="sunrise" dir="t"/>
        </a:scene3d>
        <a:sp3d z="-88900" extrusionH="50600" contourW="12700" prstMaterial="legacyWireframe">
          <a:bevelT w="101600" h="80600" prst="relaxedInset"/>
          <a:bevelB w="80600" h="80600" prst="relaxedInset"/>
          <a:contourClr>
            <a:srgbClr val="FFC000"/>
          </a:contourClr>
        </a:sp3d>
      </dgm:spPr>
      <dgm:t>
        <a:bodyPr>
          <a:flatTx/>
        </a:bodyPr>
        <a:lstStyle/>
        <a:p>
          <a:r>
            <a:rPr lang="en-US" dirty="0"/>
            <a:t>EXCEL</a:t>
          </a:r>
          <a:endParaRPr lang="en-IN" dirty="0"/>
        </a:p>
      </dgm:t>
    </dgm:pt>
    <dgm:pt modelId="{18E32B60-7479-4F5A-A606-F7DE412B7F6E}" type="parTrans" cxnId="{FF56B8D2-4D81-4F9A-967F-1260B433DB03}">
      <dgm:prSet/>
      <dgm:spPr>
        <a:scene3d>
          <a:camera prst="perspectiveLeft" zoom="91000">
            <a:rot lat="0" lon="1200000" rev="0"/>
          </a:camera>
          <a:lightRig rig="sunrise" dir="t"/>
        </a:scene3d>
        <a:sp3d z="-88900" contourW="12700" prstMaterial="legacyWireframe">
          <a:contourClr>
            <a:srgbClr val="FFC000"/>
          </a:contourClr>
        </a:sp3d>
      </dgm:spPr>
      <dgm:t>
        <a:bodyPr/>
        <a:lstStyle/>
        <a:p>
          <a:endParaRPr lang="en-IN"/>
        </a:p>
      </dgm:t>
    </dgm:pt>
    <dgm:pt modelId="{52BE14ED-9978-45EF-90BA-6768FD3C06AB}" type="sibTrans" cxnId="{FF56B8D2-4D81-4F9A-967F-1260B433DB03}">
      <dgm:prSet/>
      <dgm:spPr/>
      <dgm:t>
        <a:bodyPr/>
        <a:lstStyle/>
        <a:p>
          <a:endParaRPr lang="en-IN"/>
        </a:p>
      </dgm:t>
    </dgm:pt>
    <dgm:pt modelId="{460B991F-B157-4EA6-9F01-4A34647AE188}">
      <dgm:prSet phldrT="[Text]"/>
      <dgm:spPr>
        <a:scene3d>
          <a:camera prst="perspectiveLeft" zoom="91000">
            <a:rot lat="0" lon="1200000" rev="0"/>
          </a:camera>
          <a:lightRig rig="sunrise" dir="t"/>
        </a:scene3d>
        <a:sp3d z="-88900" extrusionH="50600" contourW="12700" prstMaterial="legacyWireframe">
          <a:bevelT w="101600" h="80600" prst="relaxedInset"/>
          <a:bevelB w="80600" h="80600" prst="relaxedInset"/>
          <a:contourClr>
            <a:srgbClr val="FFC000"/>
          </a:contourClr>
        </a:sp3d>
      </dgm:spPr>
      <dgm:t>
        <a:bodyPr>
          <a:flatTx/>
        </a:bodyPr>
        <a:lstStyle/>
        <a:p>
          <a:r>
            <a:rPr lang="en-US" dirty="0"/>
            <a:t>SQL</a:t>
          </a:r>
          <a:endParaRPr lang="en-IN" dirty="0"/>
        </a:p>
      </dgm:t>
    </dgm:pt>
    <dgm:pt modelId="{CB19A44B-5CEB-442D-9445-9E2701682F62}" type="parTrans" cxnId="{0FE2CDC8-0C24-4018-A6C0-9103C892A6F1}">
      <dgm:prSet/>
      <dgm:spPr>
        <a:scene3d>
          <a:camera prst="perspectiveLeft" zoom="91000">
            <a:rot lat="0" lon="1200000" rev="0"/>
          </a:camera>
          <a:lightRig rig="sunrise" dir="t"/>
        </a:scene3d>
        <a:sp3d z="-88900" contourW="12700" prstMaterial="legacyWireframe">
          <a:contourClr>
            <a:srgbClr val="FFC000"/>
          </a:contourClr>
        </a:sp3d>
      </dgm:spPr>
      <dgm:t>
        <a:bodyPr/>
        <a:lstStyle/>
        <a:p>
          <a:endParaRPr lang="en-IN"/>
        </a:p>
      </dgm:t>
    </dgm:pt>
    <dgm:pt modelId="{62EDAF69-227D-43C0-923F-8F0684385D20}" type="sibTrans" cxnId="{0FE2CDC8-0C24-4018-A6C0-9103C892A6F1}">
      <dgm:prSet/>
      <dgm:spPr/>
      <dgm:t>
        <a:bodyPr/>
        <a:lstStyle/>
        <a:p>
          <a:endParaRPr lang="en-IN"/>
        </a:p>
      </dgm:t>
    </dgm:pt>
    <dgm:pt modelId="{A9E7A3EF-F104-4A01-AA5C-8420524911EB}" type="pres">
      <dgm:prSet presAssocID="{EDA89DA1-2C4E-49A9-99AD-C705C65036A5}" presName="Name0" presStyleCnt="0">
        <dgm:presLayoutVars>
          <dgm:chMax val="1"/>
          <dgm:chPref val="1"/>
          <dgm:dir/>
          <dgm:animOne val="branch"/>
          <dgm:animLvl val="lvl"/>
        </dgm:presLayoutVars>
      </dgm:prSet>
      <dgm:spPr/>
    </dgm:pt>
    <dgm:pt modelId="{4301D71D-A56E-437B-81B9-873FC41F0108}" type="pres">
      <dgm:prSet presAssocID="{FE347284-7FBD-4C1F-900E-3841C73228C2}" presName="singleCycle" presStyleCnt="0"/>
      <dgm:spPr>
        <a:scene3d>
          <a:camera prst="perspectiveLeft" zoom="91000">
            <a:rot lat="0" lon="1200000" rev="0"/>
          </a:camera>
          <a:lightRig rig="sunrise" dir="t"/>
        </a:scene3d>
        <a:sp3d z="-88900" contourW="12700" prstMaterial="legacyWireframe">
          <a:contourClr>
            <a:srgbClr val="FFC000"/>
          </a:contourClr>
        </a:sp3d>
      </dgm:spPr>
    </dgm:pt>
    <dgm:pt modelId="{C3110905-E52F-4215-B040-BDBDCBB8F8DD}" type="pres">
      <dgm:prSet presAssocID="{FE347284-7FBD-4C1F-900E-3841C73228C2}" presName="singleCenter" presStyleLbl="node1" presStyleIdx="0" presStyleCnt="4">
        <dgm:presLayoutVars>
          <dgm:chMax val="7"/>
          <dgm:chPref val="7"/>
        </dgm:presLayoutVars>
      </dgm:prSet>
      <dgm:spPr/>
    </dgm:pt>
    <dgm:pt modelId="{9A121DFF-BACD-4C04-BFBE-F2A45099EC51}" type="pres">
      <dgm:prSet presAssocID="{38051DD9-D0C9-4029-8E90-6E01A44BD264}" presName="Name56" presStyleLbl="parChTrans1D2" presStyleIdx="0" presStyleCnt="3"/>
      <dgm:spPr/>
    </dgm:pt>
    <dgm:pt modelId="{CC3C4190-CE38-4139-9087-192DC93ED721}" type="pres">
      <dgm:prSet presAssocID="{B385DE44-FD07-43BF-8598-A1B695A99565}" presName="text0" presStyleLbl="node1" presStyleIdx="1" presStyleCnt="4">
        <dgm:presLayoutVars>
          <dgm:bulletEnabled val="1"/>
        </dgm:presLayoutVars>
      </dgm:prSet>
      <dgm:spPr/>
    </dgm:pt>
    <dgm:pt modelId="{65D1FBB2-A3D4-400E-8B46-E517B51CA299}" type="pres">
      <dgm:prSet presAssocID="{18E32B60-7479-4F5A-A606-F7DE412B7F6E}" presName="Name56" presStyleLbl="parChTrans1D2" presStyleIdx="1" presStyleCnt="3"/>
      <dgm:spPr/>
    </dgm:pt>
    <dgm:pt modelId="{59B5F62C-CA14-47BD-87C5-2284B1C2A15B}" type="pres">
      <dgm:prSet presAssocID="{47E59D85-1649-4258-8E73-3F603917A4BF}" presName="text0" presStyleLbl="node1" presStyleIdx="2" presStyleCnt="4" custRadScaleRad="101168" custRadScaleInc="-6000">
        <dgm:presLayoutVars>
          <dgm:bulletEnabled val="1"/>
        </dgm:presLayoutVars>
      </dgm:prSet>
      <dgm:spPr/>
    </dgm:pt>
    <dgm:pt modelId="{94226EE8-373D-4AC7-BEEF-4A88AB45AAD4}" type="pres">
      <dgm:prSet presAssocID="{CB19A44B-5CEB-442D-9445-9E2701682F62}" presName="Name56" presStyleLbl="parChTrans1D2" presStyleIdx="2" presStyleCnt="3"/>
      <dgm:spPr/>
    </dgm:pt>
    <dgm:pt modelId="{75DDC085-0D3F-4B3F-BCC1-6584273953FE}" type="pres">
      <dgm:prSet presAssocID="{460B991F-B157-4EA6-9F01-4A34647AE188}" presName="text0" presStyleLbl="node1" presStyleIdx="3" presStyleCnt="4" custRadScaleRad="130586" custRadScaleInc="16418">
        <dgm:presLayoutVars>
          <dgm:bulletEnabled val="1"/>
        </dgm:presLayoutVars>
      </dgm:prSet>
      <dgm:spPr/>
    </dgm:pt>
  </dgm:ptLst>
  <dgm:cxnLst>
    <dgm:cxn modelId="{EDB14906-9175-437C-8F51-14B0EF706AD1}" type="presOf" srcId="{460B991F-B157-4EA6-9F01-4A34647AE188}" destId="{75DDC085-0D3F-4B3F-BCC1-6584273953FE}" srcOrd="0" destOrd="0" presId="urn:microsoft.com/office/officeart/2008/layout/RadialCluster"/>
    <dgm:cxn modelId="{FF690F0B-9D26-4B04-9316-CF17910AE7F5}" type="presOf" srcId="{47E59D85-1649-4258-8E73-3F603917A4BF}" destId="{59B5F62C-CA14-47BD-87C5-2284B1C2A15B}" srcOrd="0" destOrd="0" presId="urn:microsoft.com/office/officeart/2008/layout/RadialCluster"/>
    <dgm:cxn modelId="{B6E66F23-B863-4E3B-8160-83721F0AAAFD}" srcId="{EDA89DA1-2C4E-49A9-99AD-C705C65036A5}" destId="{FE347284-7FBD-4C1F-900E-3841C73228C2}" srcOrd="0" destOrd="0" parTransId="{43725BEA-9521-47D4-A5A5-6981947E5975}" sibTransId="{EB6154BD-B78A-4DD4-A37C-E70B53EEC95D}"/>
    <dgm:cxn modelId="{97A52233-FE3C-4612-912C-DC7CCE3F9AF9}" type="presOf" srcId="{CB19A44B-5CEB-442D-9445-9E2701682F62}" destId="{94226EE8-373D-4AC7-BEEF-4A88AB45AAD4}" srcOrd="0" destOrd="0" presId="urn:microsoft.com/office/officeart/2008/layout/RadialCluster"/>
    <dgm:cxn modelId="{4DDC316F-6646-4C7F-BCF5-FA6DE44BD7F4}" srcId="{FE347284-7FBD-4C1F-900E-3841C73228C2}" destId="{B385DE44-FD07-43BF-8598-A1B695A99565}" srcOrd="0" destOrd="0" parTransId="{38051DD9-D0C9-4029-8E90-6E01A44BD264}" sibTransId="{78A42E26-6F50-48DF-AF2C-BC7699294E38}"/>
    <dgm:cxn modelId="{8BDACF79-9F63-4427-BDFE-B50E5A66B8C1}" type="presOf" srcId="{38051DD9-D0C9-4029-8E90-6E01A44BD264}" destId="{9A121DFF-BACD-4C04-BFBE-F2A45099EC51}" srcOrd="0" destOrd="0" presId="urn:microsoft.com/office/officeart/2008/layout/RadialCluster"/>
    <dgm:cxn modelId="{C34DC25A-9292-4CFD-A82A-2CDE4BA79245}" type="presOf" srcId="{FE347284-7FBD-4C1F-900E-3841C73228C2}" destId="{C3110905-E52F-4215-B040-BDBDCBB8F8DD}" srcOrd="0" destOrd="0" presId="urn:microsoft.com/office/officeart/2008/layout/RadialCluster"/>
    <dgm:cxn modelId="{A3F70D97-989D-4EDF-906E-7D5C4037BA72}" type="presOf" srcId="{EDA89DA1-2C4E-49A9-99AD-C705C65036A5}" destId="{A9E7A3EF-F104-4A01-AA5C-8420524911EB}" srcOrd="0" destOrd="0" presId="urn:microsoft.com/office/officeart/2008/layout/RadialCluster"/>
    <dgm:cxn modelId="{74C214A0-6615-482C-82E4-6001524A2072}" type="presOf" srcId="{B385DE44-FD07-43BF-8598-A1B695A99565}" destId="{CC3C4190-CE38-4139-9087-192DC93ED721}" srcOrd="0" destOrd="0" presId="urn:microsoft.com/office/officeart/2008/layout/RadialCluster"/>
    <dgm:cxn modelId="{18066BBA-53EC-402D-AEE8-4303298EBD20}" type="presOf" srcId="{18E32B60-7479-4F5A-A606-F7DE412B7F6E}" destId="{65D1FBB2-A3D4-400E-8B46-E517B51CA299}" srcOrd="0" destOrd="0" presId="urn:microsoft.com/office/officeart/2008/layout/RadialCluster"/>
    <dgm:cxn modelId="{0FE2CDC8-0C24-4018-A6C0-9103C892A6F1}" srcId="{FE347284-7FBD-4C1F-900E-3841C73228C2}" destId="{460B991F-B157-4EA6-9F01-4A34647AE188}" srcOrd="2" destOrd="0" parTransId="{CB19A44B-5CEB-442D-9445-9E2701682F62}" sibTransId="{62EDAF69-227D-43C0-923F-8F0684385D20}"/>
    <dgm:cxn modelId="{FF56B8D2-4D81-4F9A-967F-1260B433DB03}" srcId="{FE347284-7FBD-4C1F-900E-3841C73228C2}" destId="{47E59D85-1649-4258-8E73-3F603917A4BF}" srcOrd="1" destOrd="0" parTransId="{18E32B60-7479-4F5A-A606-F7DE412B7F6E}" sibTransId="{52BE14ED-9978-45EF-90BA-6768FD3C06AB}"/>
    <dgm:cxn modelId="{149880D5-C0E8-4D84-9B4F-56ACE1BC9E0D}" type="presParOf" srcId="{A9E7A3EF-F104-4A01-AA5C-8420524911EB}" destId="{4301D71D-A56E-437B-81B9-873FC41F0108}" srcOrd="0" destOrd="0" presId="urn:microsoft.com/office/officeart/2008/layout/RadialCluster"/>
    <dgm:cxn modelId="{253EDEFF-F331-48E2-ABB2-EC90F0C24F98}" type="presParOf" srcId="{4301D71D-A56E-437B-81B9-873FC41F0108}" destId="{C3110905-E52F-4215-B040-BDBDCBB8F8DD}" srcOrd="0" destOrd="0" presId="urn:microsoft.com/office/officeart/2008/layout/RadialCluster"/>
    <dgm:cxn modelId="{24CFCEE3-4FD5-41C5-A940-E3501E8C6251}" type="presParOf" srcId="{4301D71D-A56E-437B-81B9-873FC41F0108}" destId="{9A121DFF-BACD-4C04-BFBE-F2A45099EC51}" srcOrd="1" destOrd="0" presId="urn:microsoft.com/office/officeart/2008/layout/RadialCluster"/>
    <dgm:cxn modelId="{644E8FCF-4081-4913-89FE-33925F99D610}" type="presParOf" srcId="{4301D71D-A56E-437B-81B9-873FC41F0108}" destId="{CC3C4190-CE38-4139-9087-192DC93ED721}" srcOrd="2" destOrd="0" presId="urn:microsoft.com/office/officeart/2008/layout/RadialCluster"/>
    <dgm:cxn modelId="{A7FAB9A3-7F10-4674-B49B-538C0752CECF}" type="presParOf" srcId="{4301D71D-A56E-437B-81B9-873FC41F0108}" destId="{65D1FBB2-A3D4-400E-8B46-E517B51CA299}" srcOrd="3" destOrd="0" presId="urn:microsoft.com/office/officeart/2008/layout/RadialCluster"/>
    <dgm:cxn modelId="{5C434914-090F-4318-A6A3-1472B583AE78}" type="presParOf" srcId="{4301D71D-A56E-437B-81B9-873FC41F0108}" destId="{59B5F62C-CA14-47BD-87C5-2284B1C2A15B}" srcOrd="4" destOrd="0" presId="urn:microsoft.com/office/officeart/2008/layout/RadialCluster"/>
    <dgm:cxn modelId="{A4B1C2D0-FDDD-452E-929A-65DA79BDCA95}" type="presParOf" srcId="{4301D71D-A56E-437B-81B9-873FC41F0108}" destId="{94226EE8-373D-4AC7-BEEF-4A88AB45AAD4}" srcOrd="5" destOrd="0" presId="urn:microsoft.com/office/officeart/2008/layout/RadialCluster"/>
    <dgm:cxn modelId="{B14023F1-3F44-4FFC-B927-EC99C0F37CFD}" type="presParOf" srcId="{4301D71D-A56E-437B-81B9-873FC41F0108}" destId="{75DDC085-0D3F-4B3F-BCC1-6584273953FE}" srcOrd="6" destOrd="0" presId="urn:microsoft.com/office/officeart/2008/layout/RadialCluster"/>
  </dgm:cxnLst>
  <dgm:bg>
    <a:noFill/>
  </dgm:bg>
  <dgm:whole>
    <a:effectLst>
      <a:reflection stA="45000" endPos="3000" dist="50800" dir="5400000" sy="-100000" algn="bl" rotWithShape="0"/>
    </a:effectLst>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110905-E52F-4215-B040-BDBDCBB8F8DD}">
      <dsp:nvSpPr>
        <dsp:cNvPr id="0" name=""/>
        <dsp:cNvSpPr/>
      </dsp:nvSpPr>
      <dsp:spPr>
        <a:xfrm>
          <a:off x="5067300" y="3190576"/>
          <a:ext cx="2057399" cy="2057399"/>
        </a:xfrm>
        <a:prstGeom prst="roundRect">
          <a:avLst/>
        </a:prstGeom>
        <a:solidFill>
          <a:schemeClr val="accent1">
            <a:hueOff val="0"/>
            <a:satOff val="0"/>
            <a:lumOff val="0"/>
            <a:alphaOff val="0"/>
          </a:schemeClr>
        </a:solidFill>
        <a:ln>
          <a:noFill/>
        </a:ln>
        <a:effectLst/>
        <a:scene3d>
          <a:camera prst="perspectiveLeft" zoom="91000">
            <a:rot lat="0" lon="1200000" rev="0"/>
          </a:camera>
          <a:lightRig rig="sunrise" dir="t"/>
        </a:scene3d>
        <a:sp3d z="-88900" extrusionH="50600" contourW="12700" prstMaterial="legacyWireframe">
          <a:bevelT w="101600" h="80600" prst="relaxedInset"/>
          <a:bevelB w="80600" h="80600" prst="relaxedInset"/>
          <a:contourClr>
            <a:srgbClr val="FFC000"/>
          </a:contourClr>
        </a:sp3d>
      </dsp:spPr>
      <dsp:style>
        <a:lnRef idx="0">
          <a:scrgbClr r="0" g="0" b="0"/>
        </a:lnRef>
        <a:fillRef idx="1">
          <a:scrgbClr r="0" g="0" b="0"/>
        </a:fillRef>
        <a:effectRef idx="1">
          <a:scrgbClr r="0" g="0" b="0"/>
        </a:effectRef>
        <a:fontRef idx="minor">
          <a:schemeClr val="dk1"/>
        </a:fontRef>
      </dsp:style>
      <dsp:txBody>
        <a:bodyPr spcFirstLastPara="0" vert="horz" wrap="square" lIns="88900" tIns="88900" rIns="88900" bIns="88900" numCol="1" spcCol="1270" anchor="ctr" anchorCtr="0">
          <a:noAutofit/>
          <a:flatTx/>
        </a:bodyPr>
        <a:lstStyle/>
        <a:p>
          <a:pPr marL="0" lvl="0" indent="0" algn="ctr" defTabSz="1555750">
            <a:lnSpc>
              <a:spcPct val="90000"/>
            </a:lnSpc>
            <a:spcBef>
              <a:spcPct val="0"/>
            </a:spcBef>
            <a:spcAft>
              <a:spcPct val="35000"/>
            </a:spcAft>
            <a:buNone/>
          </a:pPr>
          <a:r>
            <a:rPr lang="en-US" sz="3500" kern="1200" dirty="0"/>
            <a:t>Analysis</a:t>
          </a:r>
          <a:endParaRPr lang="en-IN" sz="3500" kern="1200" dirty="0"/>
        </a:p>
      </dsp:txBody>
      <dsp:txXfrm>
        <a:off x="5167734" y="3291010"/>
        <a:ext cx="1856531" cy="1856531"/>
      </dsp:txXfrm>
    </dsp:sp>
    <dsp:sp modelId="{9A121DFF-BACD-4C04-BFBE-F2A45099EC51}">
      <dsp:nvSpPr>
        <dsp:cNvPr id="0" name=""/>
        <dsp:cNvSpPr/>
      </dsp:nvSpPr>
      <dsp:spPr>
        <a:xfrm rot="16200000">
          <a:off x="5374409" y="2468986"/>
          <a:ext cx="1443180" cy="0"/>
        </a:xfrm>
        <a:custGeom>
          <a:avLst/>
          <a:gdLst/>
          <a:ahLst/>
          <a:cxnLst/>
          <a:rect l="0" t="0" r="0" b="0"/>
          <a:pathLst>
            <a:path>
              <a:moveTo>
                <a:pt x="0" y="0"/>
              </a:moveTo>
              <a:lnTo>
                <a:pt x="1443180" y="0"/>
              </a:lnTo>
            </a:path>
          </a:pathLst>
        </a:custGeom>
        <a:noFill/>
        <a:ln w="19050" cap="rnd" cmpd="sng" algn="ctr">
          <a:solidFill>
            <a:schemeClr val="accent1">
              <a:shade val="60000"/>
              <a:hueOff val="0"/>
              <a:satOff val="0"/>
              <a:lumOff val="0"/>
              <a:alphaOff val="0"/>
            </a:schemeClr>
          </a:solidFill>
          <a:prstDash val="solid"/>
        </a:ln>
        <a:effectLst/>
        <a:scene3d>
          <a:camera prst="perspectiveLeft" zoom="91000">
            <a:rot lat="0" lon="1200000" rev="0"/>
          </a:camera>
          <a:lightRig rig="sunrise" dir="t"/>
        </a:scene3d>
        <a:sp3d z="-88900" contourW="12700" prstMaterial="legacyWireframe">
          <a:contourClr>
            <a:srgbClr val="FFC000"/>
          </a:contourClr>
        </a:sp3d>
      </dsp:spPr>
      <dsp:style>
        <a:lnRef idx="2">
          <a:scrgbClr r="0" g="0" b="0"/>
        </a:lnRef>
        <a:fillRef idx="0">
          <a:scrgbClr r="0" g="0" b="0"/>
        </a:fillRef>
        <a:effectRef idx="0">
          <a:scrgbClr r="0" g="0" b="0"/>
        </a:effectRef>
        <a:fontRef idx="minor"/>
      </dsp:style>
    </dsp:sp>
    <dsp:sp modelId="{CC3C4190-CE38-4139-9087-192DC93ED721}">
      <dsp:nvSpPr>
        <dsp:cNvPr id="0" name=""/>
        <dsp:cNvSpPr/>
      </dsp:nvSpPr>
      <dsp:spPr>
        <a:xfrm>
          <a:off x="5406771" y="368938"/>
          <a:ext cx="1378457" cy="1378457"/>
        </a:xfrm>
        <a:prstGeom prst="roundRect">
          <a:avLst/>
        </a:prstGeom>
        <a:solidFill>
          <a:schemeClr val="accent1">
            <a:hueOff val="0"/>
            <a:satOff val="0"/>
            <a:lumOff val="0"/>
            <a:alphaOff val="0"/>
          </a:schemeClr>
        </a:solidFill>
        <a:ln>
          <a:noFill/>
        </a:ln>
        <a:effectLst/>
        <a:scene3d>
          <a:camera prst="perspectiveLeft" zoom="91000">
            <a:rot lat="0" lon="1200000" rev="0"/>
          </a:camera>
          <a:lightRig rig="sunrise" dir="t"/>
        </a:scene3d>
        <a:sp3d z="-88900" extrusionH="50600" contourW="12700" prstMaterial="legacyWireframe">
          <a:bevelT w="101600" h="80600" prst="relaxedInset"/>
          <a:bevelB w="80600" h="80600" prst="relaxedInset"/>
          <a:contourClr>
            <a:srgbClr val="FFC000"/>
          </a:contourClr>
        </a:sp3d>
      </dsp:spPr>
      <dsp:style>
        <a:lnRef idx="0">
          <a:scrgbClr r="0" g="0" b="0"/>
        </a:lnRef>
        <a:fillRef idx="1">
          <a:scrgbClr r="0" g="0" b="0"/>
        </a:fillRef>
        <a:effectRef idx="1">
          <a:scrgbClr r="0" g="0" b="0"/>
        </a:effectRef>
        <a:fontRef idx="minor">
          <a:schemeClr val="dk1"/>
        </a:fontRef>
      </dsp:style>
      <dsp:txBody>
        <a:bodyPr spcFirstLastPara="0" vert="horz" wrap="square" lIns="88900" tIns="88900" rIns="88900" bIns="88900" numCol="1" spcCol="1270" anchor="ctr" anchorCtr="0">
          <a:noAutofit/>
          <a:flatTx/>
        </a:bodyPr>
        <a:lstStyle/>
        <a:p>
          <a:pPr marL="0" lvl="0" indent="0" algn="ctr" defTabSz="1555750">
            <a:lnSpc>
              <a:spcPct val="90000"/>
            </a:lnSpc>
            <a:spcBef>
              <a:spcPct val="0"/>
            </a:spcBef>
            <a:spcAft>
              <a:spcPct val="35000"/>
            </a:spcAft>
            <a:buNone/>
          </a:pPr>
          <a:r>
            <a:rPr lang="en-US" sz="3500" kern="1200" dirty="0"/>
            <a:t>App</a:t>
          </a:r>
          <a:r>
            <a:rPr lang="en-US" sz="3500" kern="1200" baseline="0" dirty="0"/>
            <a:t> data</a:t>
          </a:r>
          <a:endParaRPr lang="en-IN" sz="3500" kern="1200" dirty="0"/>
        </a:p>
      </dsp:txBody>
      <dsp:txXfrm>
        <a:off x="5474062" y="436229"/>
        <a:ext cx="1243875" cy="1243875"/>
      </dsp:txXfrm>
    </dsp:sp>
    <dsp:sp modelId="{65D1FBB2-A3D4-400E-8B46-E517B51CA299}">
      <dsp:nvSpPr>
        <dsp:cNvPr id="0" name=""/>
        <dsp:cNvSpPr/>
      </dsp:nvSpPr>
      <dsp:spPr>
        <a:xfrm rot="1584000">
          <a:off x="7057951" y="5014512"/>
          <a:ext cx="1280082" cy="0"/>
        </a:xfrm>
        <a:custGeom>
          <a:avLst/>
          <a:gdLst/>
          <a:ahLst/>
          <a:cxnLst/>
          <a:rect l="0" t="0" r="0" b="0"/>
          <a:pathLst>
            <a:path>
              <a:moveTo>
                <a:pt x="0" y="0"/>
              </a:moveTo>
              <a:lnTo>
                <a:pt x="1280082" y="0"/>
              </a:lnTo>
            </a:path>
          </a:pathLst>
        </a:custGeom>
        <a:noFill/>
        <a:ln w="19050" cap="rnd" cmpd="sng" algn="ctr">
          <a:solidFill>
            <a:schemeClr val="accent1">
              <a:shade val="60000"/>
              <a:hueOff val="0"/>
              <a:satOff val="0"/>
              <a:lumOff val="0"/>
              <a:alphaOff val="0"/>
            </a:schemeClr>
          </a:solidFill>
          <a:prstDash val="solid"/>
        </a:ln>
        <a:effectLst/>
        <a:scene3d>
          <a:camera prst="perspectiveLeft" zoom="91000">
            <a:rot lat="0" lon="1200000" rev="0"/>
          </a:camera>
          <a:lightRig rig="sunrise" dir="t"/>
        </a:scene3d>
        <a:sp3d z="-88900" contourW="12700" prstMaterial="legacyWireframe">
          <a:contourClr>
            <a:srgbClr val="FFC000"/>
          </a:contourClr>
        </a:sp3d>
      </dsp:spPr>
      <dsp:style>
        <a:lnRef idx="2">
          <a:scrgbClr r="0" g="0" b="0"/>
        </a:lnRef>
        <a:fillRef idx="0">
          <a:scrgbClr r="0" g="0" b="0"/>
        </a:fillRef>
        <a:effectRef idx="0">
          <a:scrgbClr r="0" g="0" b="0"/>
        </a:effectRef>
        <a:fontRef idx="minor"/>
      </dsp:style>
    </dsp:sp>
    <dsp:sp modelId="{59B5F62C-CA14-47BD-87C5-2284B1C2A15B}">
      <dsp:nvSpPr>
        <dsp:cNvPr id="0" name=""/>
        <dsp:cNvSpPr/>
      </dsp:nvSpPr>
      <dsp:spPr>
        <a:xfrm>
          <a:off x="8271284" y="4952004"/>
          <a:ext cx="1378457" cy="1378457"/>
        </a:xfrm>
        <a:prstGeom prst="roundRect">
          <a:avLst/>
        </a:prstGeom>
        <a:solidFill>
          <a:schemeClr val="accent1">
            <a:hueOff val="0"/>
            <a:satOff val="0"/>
            <a:lumOff val="0"/>
            <a:alphaOff val="0"/>
          </a:schemeClr>
        </a:solidFill>
        <a:ln>
          <a:noFill/>
        </a:ln>
        <a:effectLst/>
        <a:scene3d>
          <a:camera prst="perspectiveLeft" zoom="91000">
            <a:rot lat="0" lon="1200000" rev="0"/>
          </a:camera>
          <a:lightRig rig="sunrise" dir="t"/>
        </a:scene3d>
        <a:sp3d z="-88900" extrusionH="50600" contourW="12700" prstMaterial="legacyWireframe">
          <a:bevelT w="101600" h="80600" prst="relaxedInset"/>
          <a:bevelB w="80600" h="80600" prst="relaxedInset"/>
          <a:contourClr>
            <a:srgbClr val="FFC000"/>
          </a:contourClr>
        </a:sp3d>
      </dsp:spPr>
      <dsp:style>
        <a:lnRef idx="0">
          <a:scrgbClr r="0" g="0" b="0"/>
        </a:lnRef>
        <a:fillRef idx="1">
          <a:scrgbClr r="0" g="0" b="0"/>
        </a:fillRef>
        <a:effectRef idx="1">
          <a:scrgbClr r="0" g="0" b="0"/>
        </a:effectRef>
        <a:fontRef idx="minor">
          <a:schemeClr val="dk1"/>
        </a:fontRef>
      </dsp:style>
      <dsp:txBody>
        <a:bodyPr spcFirstLastPara="0" vert="horz" wrap="square" lIns="73660" tIns="73660" rIns="73660" bIns="73660" numCol="1" spcCol="1270" anchor="ctr" anchorCtr="0">
          <a:noAutofit/>
          <a:flatTx/>
        </a:bodyPr>
        <a:lstStyle/>
        <a:p>
          <a:pPr marL="0" lvl="0" indent="0" algn="ctr" defTabSz="1289050">
            <a:lnSpc>
              <a:spcPct val="90000"/>
            </a:lnSpc>
            <a:spcBef>
              <a:spcPct val="0"/>
            </a:spcBef>
            <a:spcAft>
              <a:spcPct val="35000"/>
            </a:spcAft>
            <a:buNone/>
          </a:pPr>
          <a:r>
            <a:rPr lang="en-US" sz="2900" kern="1200" dirty="0"/>
            <a:t>EXCEL</a:t>
          </a:r>
          <a:endParaRPr lang="en-IN" sz="2900" kern="1200" dirty="0"/>
        </a:p>
      </dsp:txBody>
      <dsp:txXfrm>
        <a:off x="8338575" y="5019295"/>
        <a:ext cx="1243875" cy="1243875"/>
      </dsp:txXfrm>
    </dsp:sp>
    <dsp:sp modelId="{94226EE8-373D-4AC7-BEEF-4A88AB45AAD4}">
      <dsp:nvSpPr>
        <dsp:cNvPr id="0" name=""/>
        <dsp:cNvSpPr/>
      </dsp:nvSpPr>
      <dsp:spPr>
        <a:xfrm rot="9591048">
          <a:off x="2839578" y="4992528"/>
          <a:ext cx="2298043" cy="0"/>
        </a:xfrm>
        <a:custGeom>
          <a:avLst/>
          <a:gdLst/>
          <a:ahLst/>
          <a:cxnLst/>
          <a:rect l="0" t="0" r="0" b="0"/>
          <a:pathLst>
            <a:path>
              <a:moveTo>
                <a:pt x="0" y="0"/>
              </a:moveTo>
              <a:lnTo>
                <a:pt x="2298043" y="0"/>
              </a:lnTo>
            </a:path>
          </a:pathLst>
        </a:custGeom>
        <a:noFill/>
        <a:ln w="19050" cap="rnd" cmpd="sng" algn="ctr">
          <a:solidFill>
            <a:schemeClr val="accent1">
              <a:shade val="60000"/>
              <a:hueOff val="0"/>
              <a:satOff val="0"/>
              <a:lumOff val="0"/>
              <a:alphaOff val="0"/>
            </a:schemeClr>
          </a:solidFill>
          <a:prstDash val="solid"/>
        </a:ln>
        <a:effectLst/>
        <a:scene3d>
          <a:camera prst="perspectiveLeft" zoom="91000">
            <a:rot lat="0" lon="1200000" rev="0"/>
          </a:camera>
          <a:lightRig rig="sunrise" dir="t"/>
        </a:scene3d>
        <a:sp3d z="-88900" contourW="12700" prstMaterial="legacyWireframe">
          <a:contourClr>
            <a:srgbClr val="FFC000"/>
          </a:contourClr>
        </a:sp3d>
      </dsp:spPr>
      <dsp:style>
        <a:lnRef idx="2">
          <a:scrgbClr r="0" g="0" b="0"/>
        </a:lnRef>
        <a:fillRef idx="0">
          <a:scrgbClr r="0" g="0" b="0"/>
        </a:fillRef>
        <a:effectRef idx="0">
          <a:scrgbClr r="0" g="0" b="0"/>
        </a:effectRef>
        <a:fontRef idx="minor"/>
      </dsp:style>
    </dsp:sp>
    <dsp:sp modelId="{75DDC085-0D3F-4B3F-BCC1-6584273953FE}">
      <dsp:nvSpPr>
        <dsp:cNvPr id="0" name=""/>
        <dsp:cNvSpPr/>
      </dsp:nvSpPr>
      <dsp:spPr>
        <a:xfrm>
          <a:off x="1531441" y="4951991"/>
          <a:ext cx="1378457" cy="1378457"/>
        </a:xfrm>
        <a:prstGeom prst="roundRect">
          <a:avLst/>
        </a:prstGeom>
        <a:solidFill>
          <a:schemeClr val="accent1">
            <a:hueOff val="0"/>
            <a:satOff val="0"/>
            <a:lumOff val="0"/>
            <a:alphaOff val="0"/>
          </a:schemeClr>
        </a:solidFill>
        <a:ln>
          <a:noFill/>
        </a:ln>
        <a:effectLst/>
        <a:scene3d>
          <a:camera prst="perspectiveLeft" zoom="91000">
            <a:rot lat="0" lon="1200000" rev="0"/>
          </a:camera>
          <a:lightRig rig="sunrise" dir="t"/>
        </a:scene3d>
        <a:sp3d z="-88900" extrusionH="50600" contourW="12700" prstMaterial="legacyWireframe">
          <a:bevelT w="101600" h="80600" prst="relaxedInset"/>
          <a:bevelB w="80600" h="80600" prst="relaxedInset"/>
          <a:contourClr>
            <a:srgbClr val="FFC000"/>
          </a:contourClr>
        </a:sp3d>
      </dsp:spPr>
      <dsp:style>
        <a:lnRef idx="0">
          <a:scrgbClr r="0" g="0" b="0"/>
        </a:lnRef>
        <a:fillRef idx="1">
          <a:scrgbClr r="0" g="0" b="0"/>
        </a:fillRef>
        <a:effectRef idx="1">
          <a:scrgbClr r="0" g="0" b="0"/>
        </a:effectRef>
        <a:fontRef idx="minor">
          <a:schemeClr val="dk1"/>
        </a:fontRef>
      </dsp:style>
      <dsp:txBody>
        <a:bodyPr spcFirstLastPara="0" vert="horz" wrap="square" lIns="91440" tIns="91440" rIns="91440" bIns="91440" numCol="1" spcCol="1270" anchor="ctr" anchorCtr="0">
          <a:noAutofit/>
          <a:flatTx/>
        </a:bodyPr>
        <a:lstStyle/>
        <a:p>
          <a:pPr marL="0" lvl="0" indent="0" algn="ctr" defTabSz="1600200">
            <a:lnSpc>
              <a:spcPct val="90000"/>
            </a:lnSpc>
            <a:spcBef>
              <a:spcPct val="0"/>
            </a:spcBef>
            <a:spcAft>
              <a:spcPct val="35000"/>
            </a:spcAft>
            <a:buNone/>
          </a:pPr>
          <a:r>
            <a:rPr lang="en-US" sz="3600" kern="1200" dirty="0"/>
            <a:t>SQL</a:t>
          </a:r>
          <a:endParaRPr lang="en-IN" sz="3600" kern="1200" dirty="0"/>
        </a:p>
      </dsp:txBody>
      <dsp:txXfrm>
        <a:off x="1598732" y="5019282"/>
        <a:ext cx="1243875" cy="1243875"/>
      </dsp:txXfrm>
    </dsp:sp>
  </dsp:spTree>
</dsp:drawing>
</file>

<file path=ppt/diagrams/layout1.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BC61C5-B2CB-4932-9052-63C7959E3A10}" type="datetimeFigureOut">
              <a:rPr lang="en-IN" smtClean="0"/>
              <a:t>02-09-2024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363A75-F31B-4061-BEF5-A7013781E5BB}" type="slidenum">
              <a:rPr lang="en-IN" smtClean="0"/>
              <a:t>‹#›</a:t>
            </a:fld>
            <a:endParaRPr lang="en-IN"/>
          </a:p>
        </p:txBody>
      </p:sp>
    </p:spTree>
    <p:extLst>
      <p:ext uri="{BB962C8B-B14F-4D97-AF65-F5344CB8AC3E}">
        <p14:creationId xmlns:p14="http://schemas.microsoft.com/office/powerpoint/2010/main" val="32897628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363A75-F31B-4061-BEF5-A7013781E5BB}" type="slidenum">
              <a:rPr lang="en-IN" smtClean="0"/>
              <a:t>1</a:t>
            </a:fld>
            <a:endParaRPr lang="en-IN"/>
          </a:p>
        </p:txBody>
      </p:sp>
    </p:spTree>
    <p:extLst>
      <p:ext uri="{BB962C8B-B14F-4D97-AF65-F5344CB8AC3E}">
        <p14:creationId xmlns:p14="http://schemas.microsoft.com/office/powerpoint/2010/main" val="4001324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923F103-BC34-4FE4-A40E-EDDEECFDA5D0}" type="datetimeFigureOut">
              <a:rPr lang="en-US" smtClean="0"/>
              <a:pPr/>
              <a:t>9/2/2024</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8155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19C9CA7B-DFD4-44B5-8C60-D14B8CD1FB59}" type="datetimeFigureOut">
              <a:rPr lang="en-US" smtClean="0"/>
              <a:t>9/2/2024</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26638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smtClean="0"/>
              <a:t>9/2/2024</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2701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smtClean="0"/>
              <a:t>9/2/2024</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02953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smtClean="0"/>
              <a:t>9/2/2024</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535087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7AA18ACC-A947-437B-A130-35BD54FDF1E9}" type="datetimeFigureOut">
              <a:rPr lang="en-US" smtClean="0"/>
              <a:t>9/2/2024</a:t>
            </a:fld>
            <a:endParaRPr lang="en-US" dirty="0"/>
          </a:p>
        </p:txBody>
      </p:sp>
      <p:sp>
        <p:nvSpPr>
          <p:cNvPr id="5" name="Footer Placeholder 3"/>
          <p:cNvSpPr>
            <a:spLocks noGrp="1"/>
          </p:cNvSpPr>
          <p:nvPr>
            <p:ph type="ftr" sz="quarter" idx="11"/>
          </p:nvPr>
        </p:nvSpPr>
        <p:spPr/>
        <p:txBody>
          <a:bodyPr/>
          <a:lstStyle/>
          <a:p>
            <a:r>
              <a:rPr lang="en-US"/>
              <a:t>
              </a:t>
            </a:r>
            <a:endParaRPr lang="en-US" dirty="0"/>
          </a:p>
        </p:txBody>
      </p:sp>
      <p:sp>
        <p:nvSpPr>
          <p:cNvPr id="6"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00576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7C8D7E02-BCB8-4D50-A234-369438C08659}" type="datetimeFigureOut">
              <a:rPr lang="en-US" smtClean="0"/>
              <a:t>9/2/2024</a:t>
            </a:fld>
            <a:endParaRPr lang="en-US" dirty="0"/>
          </a:p>
        </p:txBody>
      </p:sp>
      <p:sp>
        <p:nvSpPr>
          <p:cNvPr id="5" name="Footer Placeholder 2"/>
          <p:cNvSpPr>
            <a:spLocks noGrp="1"/>
          </p:cNvSpPr>
          <p:nvPr>
            <p:ph type="ftr" sz="quarter" idx="11"/>
          </p:nvPr>
        </p:nvSpPr>
        <p:spPr/>
        <p:txBody>
          <a:bodyPr/>
          <a:lstStyle/>
          <a:p>
            <a:r>
              <a:rPr lang="en-US"/>
              <a:t>
              </a:t>
            </a:r>
            <a:endParaRPr lang="en-US" dirty="0"/>
          </a:p>
        </p:txBody>
      </p:sp>
      <p:sp>
        <p:nvSpPr>
          <p:cNvPr id="6"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974583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76E86A4C-8E40-4F87-A4F0-01A0687C5742}" type="datetimeFigureOut">
              <a:rPr lang="en-US" smtClean="0"/>
              <a:t>9/2/2024</a:t>
            </a:fld>
            <a:endParaRPr lang="en-US" dirty="0"/>
          </a:p>
        </p:txBody>
      </p:sp>
      <p:sp>
        <p:nvSpPr>
          <p:cNvPr id="5" name="Footer Placeholder 5"/>
          <p:cNvSpPr>
            <a:spLocks noGrp="1"/>
          </p:cNvSpPr>
          <p:nvPr>
            <p:ph type="ftr" sz="quarter" idx="11"/>
          </p:nvPr>
        </p:nvSpPr>
        <p:spPr/>
        <p:txBody>
          <a:bodyPr/>
          <a:lstStyle/>
          <a:p>
            <a:r>
              <a:rPr lang="en-US"/>
              <a:t>
              </a:t>
            </a:r>
            <a:endParaRPr lang="en-US" dirty="0"/>
          </a:p>
        </p:txBody>
      </p:sp>
      <p:sp>
        <p:nvSpPr>
          <p:cNvPr id="6"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4183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smtClean="0"/>
              <a:t>9/2/2024</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45374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BE451C3-0FF4-47C4-B829-773ADF60F88C}" type="datetimeFigureOut">
              <a:rPr lang="en-US" smtClean="0"/>
              <a:t>9/2/2024</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704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BE451C3-0FF4-47C4-B829-773ADF60F88C}" type="datetimeFigureOut">
              <a:rPr lang="en-US" smtClean="0"/>
              <a:t>9/2/2024</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354120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BE451C3-0FF4-47C4-B829-773ADF60F88C}" type="datetimeFigureOut">
              <a:rPr lang="en-US" smtClean="0"/>
              <a:t>9/2/2024</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0502958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smtClean="0"/>
              <a:t>9/2/2024</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699808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BE451C3-0FF4-47C4-B829-773ADF60F88C}" type="datetimeFigureOut">
              <a:rPr lang="en-US" smtClean="0"/>
              <a:t>9/2/2024</a:t>
            </a:fld>
            <a:endParaRPr lang="en-US" dirty="0"/>
          </a:p>
        </p:txBody>
      </p:sp>
      <p:sp>
        <p:nvSpPr>
          <p:cNvPr id="4"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774233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BE451C3-0FF4-47C4-B829-773ADF60F88C}" type="datetimeFigureOut">
              <a:rPr lang="en-US" smtClean="0"/>
              <a:t>9/2/2024</a:t>
            </a:fld>
            <a:endParaRPr lang="en-US" dirty="0"/>
          </a:p>
        </p:txBody>
      </p:sp>
      <p:sp>
        <p:nvSpPr>
          <p:cNvPr id="4"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46265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086D93-FCAC-47E0-A2EE-787E62CA814C}" type="datetimeFigureOut">
              <a:rPr lang="en-US" smtClean="0"/>
              <a:t>9/2/2024</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432511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A879A6-0FD0-4734-A311-86BFCA472E6E}" type="datetimeFigureOut">
              <a:rPr lang="en-US" smtClean="0"/>
              <a:t>9/2/2024</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413129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2BE451C3-0FF4-47C4-B829-773ADF60F88C}" type="datetimeFigureOut">
              <a:rPr lang="en-US" smtClean="0"/>
              <a:t>9/2/2024</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r>
              <a:rPr lang="en-US"/>
              <a:t>
              </a:t>
            </a:r>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88735041"/>
      </p:ext>
    </p:extLst>
  </p:cSld>
  <p:clrMap bg1="dk1" tx1="lt1" bg2="dk2" tx2="lt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 id="2147483753" r:id="rId14"/>
    <p:sldLayoutId id="2147483754" r:id="rId15"/>
    <p:sldLayoutId id="2147483755" r:id="rId16"/>
    <p:sldLayoutId id="2147483756"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commons.wikimedia.org/wiki/File:Google_Play_Store_badge_EN.sv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 Target="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8EEEE-27D6-4315-B93A-C1A4EF191D4C}"/>
              </a:ext>
            </a:extLst>
          </p:cNvPr>
          <p:cNvSpPr>
            <a:spLocks noGrp="1"/>
          </p:cNvSpPr>
          <p:nvPr>
            <p:ph type="ctrTitle"/>
          </p:nvPr>
        </p:nvSpPr>
        <p:spPr>
          <a:xfrm>
            <a:off x="2944167" y="-336174"/>
            <a:ext cx="7649395" cy="994788"/>
          </a:xfrm>
        </p:spPr>
        <p:txBody>
          <a:bodyPr/>
          <a:lstStyle/>
          <a:p>
            <a:r>
              <a:rPr lang="en-US" sz="4000" u="sng" dirty="0">
                <a:solidFill>
                  <a:schemeClr val="bg1">
                    <a:lumMod val="95000"/>
                    <a:lumOff val="5000"/>
                  </a:schemeClr>
                </a:solidFill>
              </a:rPr>
              <a:t>Google Play store Analysis</a:t>
            </a:r>
            <a:endParaRPr lang="en-IN" sz="4000" u="sng" dirty="0">
              <a:solidFill>
                <a:schemeClr val="bg1">
                  <a:lumMod val="95000"/>
                  <a:lumOff val="5000"/>
                </a:schemeClr>
              </a:solidFill>
            </a:endParaRPr>
          </a:p>
        </p:txBody>
      </p:sp>
      <p:sp>
        <p:nvSpPr>
          <p:cNvPr id="3" name="Subtitle 2">
            <a:extLst>
              <a:ext uri="{FF2B5EF4-FFF2-40B4-BE49-F238E27FC236}">
                <a16:creationId xmlns:a16="http://schemas.microsoft.com/office/drawing/2014/main" id="{9E5A99DD-DB15-4A59-821A-58F1A80E1184}"/>
              </a:ext>
            </a:extLst>
          </p:cNvPr>
          <p:cNvSpPr>
            <a:spLocks noGrp="1"/>
          </p:cNvSpPr>
          <p:nvPr>
            <p:ph type="subTitle" idx="1"/>
          </p:nvPr>
        </p:nvSpPr>
        <p:spPr>
          <a:xfrm>
            <a:off x="1547446" y="2891413"/>
            <a:ext cx="10912509" cy="1075173"/>
          </a:xfrm>
        </p:spPr>
        <p:txBody>
          <a:bodyPr/>
          <a:lstStyle/>
          <a:p>
            <a:r>
              <a:rPr lang="en-US" sz="2400" dirty="0">
                <a:solidFill>
                  <a:schemeClr val="bg1"/>
                </a:solidFill>
                <a:latin typeface="Arial Black" panose="020B0A04020102020204" pitchFamily="34" charset="0"/>
              </a:rPr>
              <a:t>A Comprehensive Overview of the Mobile App Marketplace</a:t>
            </a:r>
            <a:endParaRPr lang="en-US" sz="2800" dirty="0">
              <a:solidFill>
                <a:schemeClr val="bg1"/>
              </a:solidFill>
              <a:latin typeface="Arial Black" panose="020B0A04020102020204" pitchFamily="34" charset="0"/>
            </a:endParaRPr>
          </a:p>
          <a:p>
            <a:endParaRPr lang="en-US" sz="2800" dirty="0"/>
          </a:p>
          <a:p>
            <a:endParaRPr lang="en-IN" dirty="0"/>
          </a:p>
        </p:txBody>
      </p:sp>
      <p:pic>
        <p:nvPicPr>
          <p:cNvPr id="5" name="Picture 4">
            <a:extLst>
              <a:ext uri="{FF2B5EF4-FFF2-40B4-BE49-F238E27FC236}">
                <a16:creationId xmlns:a16="http://schemas.microsoft.com/office/drawing/2014/main" id="{E7BC1A8F-0828-40F0-A957-769FC95A15C6}"/>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3445748" y="736881"/>
            <a:ext cx="5095352" cy="1280719"/>
          </a:xfrm>
          <a:prstGeom prst="rect">
            <a:avLst/>
          </a:prstGeom>
        </p:spPr>
      </p:pic>
      <p:sp>
        <p:nvSpPr>
          <p:cNvPr id="8" name="TextBox 7">
            <a:extLst>
              <a:ext uri="{FF2B5EF4-FFF2-40B4-BE49-F238E27FC236}">
                <a16:creationId xmlns:a16="http://schemas.microsoft.com/office/drawing/2014/main" id="{7896ABAA-5909-4836-B0DB-E4772D13B125}"/>
              </a:ext>
            </a:extLst>
          </p:cNvPr>
          <p:cNvSpPr txBox="1"/>
          <p:nvPr/>
        </p:nvSpPr>
        <p:spPr>
          <a:xfrm>
            <a:off x="9710057" y="5288340"/>
            <a:ext cx="4642338" cy="1569660"/>
          </a:xfrm>
          <a:prstGeom prst="rect">
            <a:avLst/>
          </a:prstGeom>
          <a:noFill/>
        </p:spPr>
        <p:txBody>
          <a:bodyPr wrap="square" rtlCol="0">
            <a:spAutoFit/>
          </a:bodyPr>
          <a:lstStyle/>
          <a:p>
            <a:r>
              <a:rPr lang="en-US" sz="2400" dirty="0">
                <a:solidFill>
                  <a:schemeClr val="bg1"/>
                </a:solidFill>
                <a:latin typeface="Algerian" panose="04020705040A02060702" pitchFamily="82" charset="0"/>
              </a:rPr>
              <a:t>Project:=&gt;</a:t>
            </a:r>
          </a:p>
          <a:p>
            <a:r>
              <a:rPr lang="en-US" sz="2400" dirty="0">
                <a:solidFill>
                  <a:schemeClr val="bg1"/>
                </a:solidFill>
                <a:latin typeface="Algerian" panose="04020705040A02060702" pitchFamily="82" charset="0"/>
              </a:rPr>
              <a:t>Ankit sheoran</a:t>
            </a:r>
          </a:p>
          <a:p>
            <a:r>
              <a:rPr lang="en-US" sz="2400" dirty="0">
                <a:solidFill>
                  <a:schemeClr val="bg1"/>
                </a:solidFill>
                <a:latin typeface="Algerian" panose="04020705040A02060702" pitchFamily="82" charset="0"/>
              </a:rPr>
              <a:t>PGA46</a:t>
            </a:r>
          </a:p>
          <a:p>
            <a:r>
              <a:rPr lang="en-US" sz="2400" dirty="0">
                <a:solidFill>
                  <a:schemeClr val="bg1"/>
                </a:solidFill>
                <a:latin typeface="Algerian" panose="04020705040A02060702" pitchFamily="82" charset="0"/>
              </a:rPr>
              <a:t>31/08/2024</a:t>
            </a:r>
            <a:endParaRPr lang="en-IN" sz="2400" dirty="0">
              <a:solidFill>
                <a:schemeClr val="bg1"/>
              </a:solidFill>
              <a:latin typeface="Algerian" panose="04020705040A02060702" pitchFamily="82" charset="0"/>
            </a:endParaRPr>
          </a:p>
        </p:txBody>
      </p:sp>
    </p:spTree>
    <p:extLst>
      <p:ext uri="{BB962C8B-B14F-4D97-AF65-F5344CB8AC3E}">
        <p14:creationId xmlns:p14="http://schemas.microsoft.com/office/powerpoint/2010/main" val="238147265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09EFD-A44E-42FA-9D42-037A81332245}"/>
              </a:ext>
            </a:extLst>
          </p:cNvPr>
          <p:cNvSpPr>
            <a:spLocks noGrp="1"/>
          </p:cNvSpPr>
          <p:nvPr>
            <p:ph type="title"/>
          </p:nvPr>
        </p:nvSpPr>
        <p:spPr/>
        <p:txBody>
          <a:bodyPr/>
          <a:lstStyle/>
          <a:p>
            <a:r>
              <a:rPr lang="en-US" sz="2000" b="1" dirty="0">
                <a:solidFill>
                  <a:schemeClr val="bg1"/>
                </a:solidFill>
              </a:rPr>
              <a:t>Title:</a:t>
            </a:r>
            <a:br>
              <a:rPr lang="en-US" sz="2000" b="1" dirty="0">
                <a:solidFill>
                  <a:schemeClr val="bg1"/>
                </a:solidFill>
              </a:rPr>
            </a:br>
            <a:r>
              <a:rPr lang="en-US" sz="2000" b="1" dirty="0">
                <a:solidFill>
                  <a:schemeClr val="bg1"/>
                </a:solidFill>
              </a:rPr>
              <a:t>Project Overview</a:t>
            </a:r>
            <a:br>
              <a:rPr lang="en-US" sz="2000" dirty="0">
                <a:solidFill>
                  <a:schemeClr val="bg1"/>
                </a:solidFill>
              </a:rPr>
            </a:br>
            <a:endParaRPr lang="en-IN" sz="2000" dirty="0">
              <a:solidFill>
                <a:schemeClr val="bg1"/>
              </a:solidFill>
            </a:endParaRPr>
          </a:p>
        </p:txBody>
      </p:sp>
      <p:sp>
        <p:nvSpPr>
          <p:cNvPr id="3" name="Content Placeholder 2">
            <a:extLst>
              <a:ext uri="{FF2B5EF4-FFF2-40B4-BE49-F238E27FC236}">
                <a16:creationId xmlns:a16="http://schemas.microsoft.com/office/drawing/2014/main" id="{6CDF4A4C-0C60-4145-8675-95935239A688}"/>
              </a:ext>
            </a:extLst>
          </p:cNvPr>
          <p:cNvSpPr>
            <a:spLocks noGrp="1"/>
          </p:cNvSpPr>
          <p:nvPr>
            <p:ph idx="1"/>
          </p:nvPr>
        </p:nvSpPr>
        <p:spPr>
          <a:xfrm>
            <a:off x="645130" y="1446964"/>
            <a:ext cx="11253645" cy="5196904"/>
          </a:xfrm>
        </p:spPr>
        <p:txBody>
          <a:bodyPr>
            <a:normAutofit fontScale="85000" lnSpcReduction="20000"/>
          </a:bodyPr>
          <a:lstStyle/>
          <a:p>
            <a:r>
              <a:rPr lang="en-US" sz="2000" b="1" dirty="0">
                <a:solidFill>
                  <a:schemeClr val="bg1"/>
                </a:solidFill>
              </a:rPr>
              <a:t>Content:</a:t>
            </a:r>
            <a:br>
              <a:rPr lang="en-US" sz="2000" b="1" dirty="0">
                <a:solidFill>
                  <a:schemeClr val="bg1"/>
                </a:solidFill>
              </a:rPr>
            </a:br>
            <a:r>
              <a:rPr lang="en-US" sz="2000" b="1" dirty="0">
                <a:solidFill>
                  <a:schemeClr val="bg1"/>
                </a:solidFill>
              </a:rPr>
              <a:t>Objective : </a:t>
            </a:r>
            <a:r>
              <a:rPr lang="en-US" sz="2000" dirty="0">
                <a:solidFill>
                  <a:schemeClr val="bg1"/>
                </a:solidFill>
              </a:rPr>
              <a:t>To analyze the Google Play Store ecosystem, including app categories, trends, ratings, and Install.</a:t>
            </a:r>
            <a:br>
              <a:rPr lang="en-US" sz="2000" dirty="0">
                <a:solidFill>
                  <a:schemeClr val="bg1"/>
                </a:solidFill>
              </a:rPr>
            </a:br>
            <a:endParaRPr lang="en-US" sz="2000" dirty="0">
              <a:solidFill>
                <a:schemeClr val="bg1"/>
              </a:solidFill>
            </a:endParaRPr>
          </a:p>
          <a:p>
            <a:r>
              <a:rPr lang="en-US" sz="2000" b="1" dirty="0">
                <a:solidFill>
                  <a:schemeClr val="bg1"/>
                </a:solidFill>
              </a:rPr>
              <a:t>Scope:</a:t>
            </a:r>
            <a:br>
              <a:rPr lang="en-US" sz="2000" dirty="0">
                <a:solidFill>
                  <a:schemeClr val="bg1"/>
                </a:solidFill>
              </a:rPr>
            </a:br>
            <a:r>
              <a:rPr lang="en-US" sz="2000" dirty="0">
                <a:solidFill>
                  <a:schemeClr val="bg1"/>
                </a:solidFill>
              </a:rPr>
              <a:t>Explore the different categories of apps available on the Play Store.</a:t>
            </a:r>
            <a:br>
              <a:rPr lang="en-US" sz="2000" dirty="0">
                <a:solidFill>
                  <a:schemeClr val="bg1"/>
                </a:solidFill>
              </a:rPr>
            </a:br>
            <a:r>
              <a:rPr lang="en-US" sz="2000" dirty="0">
                <a:solidFill>
                  <a:schemeClr val="bg1"/>
                </a:solidFill>
              </a:rPr>
              <a:t>Identify key trends in app development and user preferences.</a:t>
            </a:r>
            <a:br>
              <a:rPr lang="en-US" sz="2000" dirty="0">
                <a:solidFill>
                  <a:schemeClr val="bg1"/>
                </a:solidFill>
              </a:rPr>
            </a:br>
            <a:r>
              <a:rPr lang="en-US" sz="2000" dirty="0">
                <a:solidFill>
                  <a:schemeClr val="bg1"/>
                </a:solidFill>
              </a:rPr>
              <a:t>Analyze ratings, reviews, and their impact on app success.</a:t>
            </a:r>
            <a:br>
              <a:rPr lang="en-US" sz="2000" dirty="0">
                <a:solidFill>
                  <a:schemeClr val="bg1"/>
                </a:solidFill>
              </a:rPr>
            </a:br>
            <a:endParaRPr lang="en-US" sz="2000" dirty="0">
              <a:solidFill>
                <a:schemeClr val="bg1"/>
              </a:solidFill>
            </a:endParaRPr>
          </a:p>
          <a:p>
            <a:r>
              <a:rPr lang="en-US" sz="2000" b="1" dirty="0">
                <a:solidFill>
                  <a:schemeClr val="bg1"/>
                </a:solidFill>
              </a:rPr>
              <a:t>Methodology:</a:t>
            </a:r>
            <a:br>
              <a:rPr lang="en-US" sz="2000" dirty="0">
                <a:solidFill>
                  <a:schemeClr val="bg1"/>
                </a:solidFill>
              </a:rPr>
            </a:br>
            <a:r>
              <a:rPr lang="en-US" sz="2000" dirty="0">
                <a:solidFill>
                  <a:schemeClr val="bg1"/>
                </a:solidFill>
              </a:rPr>
              <a:t>Data collection from Github Google Play Store.</a:t>
            </a:r>
            <a:br>
              <a:rPr lang="en-US" sz="2000" dirty="0">
                <a:solidFill>
                  <a:schemeClr val="bg1"/>
                </a:solidFill>
              </a:rPr>
            </a:br>
            <a:r>
              <a:rPr lang="en-US" sz="2000" dirty="0">
                <a:solidFill>
                  <a:schemeClr val="bg1"/>
                </a:solidFill>
              </a:rPr>
              <a:t>Analysis using SQL , Excel and data visualization </a:t>
            </a:r>
            <a:r>
              <a:rPr lang="en-US" dirty="0">
                <a:solidFill>
                  <a:schemeClr val="bg1"/>
                </a:solidFill>
              </a:rPr>
              <a:t>w</a:t>
            </a:r>
            <a:r>
              <a:rPr lang="en-US" sz="2000" dirty="0">
                <a:solidFill>
                  <a:schemeClr val="bg1"/>
                </a:solidFill>
              </a:rPr>
              <a:t>ith help of powerbi.</a:t>
            </a:r>
            <a:br>
              <a:rPr lang="en-US" sz="2000" dirty="0">
                <a:solidFill>
                  <a:schemeClr val="bg1"/>
                </a:solidFill>
              </a:rPr>
            </a:br>
            <a:endParaRPr lang="en-US" sz="2000" dirty="0">
              <a:solidFill>
                <a:schemeClr val="bg1"/>
              </a:solidFill>
            </a:endParaRPr>
          </a:p>
          <a:p>
            <a:r>
              <a:rPr lang="en-US" sz="2000" b="1" dirty="0">
                <a:solidFill>
                  <a:schemeClr val="bg1"/>
                </a:solidFill>
              </a:rPr>
              <a:t>Visual Elements:</a:t>
            </a:r>
            <a:br>
              <a:rPr lang="en-US" sz="2000" b="1" dirty="0">
                <a:solidFill>
                  <a:schemeClr val="bg1"/>
                </a:solidFill>
              </a:rPr>
            </a:br>
            <a:endParaRPr lang="en-US" sz="2000" b="1" dirty="0">
              <a:solidFill>
                <a:schemeClr val="bg1"/>
              </a:solidFill>
            </a:endParaRPr>
          </a:p>
          <a:p>
            <a:r>
              <a:rPr lang="en-US" sz="2000" b="1" dirty="0">
                <a:solidFill>
                  <a:schemeClr val="bg1"/>
                </a:solidFill>
              </a:rPr>
              <a:t>Icons or Graphics:</a:t>
            </a:r>
            <a:r>
              <a:rPr lang="en-US" sz="2000" dirty="0">
                <a:solidFill>
                  <a:schemeClr val="bg1"/>
                </a:solidFill>
              </a:rPr>
              <a:t> Include relevant icons representing apps, data analysis, and trends. Using dashboard create attractive graphs and  convert in simple way to understand</a:t>
            </a:r>
            <a:br>
              <a:rPr lang="en-US" sz="2000" dirty="0">
                <a:solidFill>
                  <a:schemeClr val="bg1"/>
                </a:solidFill>
              </a:rPr>
            </a:br>
            <a:endParaRPr lang="en-US" sz="2000" dirty="0">
              <a:solidFill>
                <a:schemeClr val="bg1"/>
              </a:solidFill>
            </a:endParaRPr>
          </a:p>
          <a:p>
            <a:r>
              <a:rPr lang="en-US" sz="2000" b="1" dirty="0">
                <a:solidFill>
                  <a:schemeClr val="bg1"/>
                </a:solidFill>
              </a:rPr>
              <a:t>Infographic:</a:t>
            </a:r>
            <a:r>
              <a:rPr lang="en-US" sz="2000" dirty="0">
                <a:solidFill>
                  <a:schemeClr val="bg1"/>
                </a:solidFill>
              </a:rPr>
              <a:t> Consider a simple infographic that illustrates the relationship between app categories, ratings, and downloads.</a:t>
            </a:r>
            <a:br>
              <a:rPr lang="en-US" sz="2000" dirty="0">
                <a:solidFill>
                  <a:schemeClr val="bg1"/>
                </a:solidFill>
              </a:rPr>
            </a:br>
            <a:endParaRPr lang="en-IN" dirty="0">
              <a:solidFill>
                <a:schemeClr val="bg1"/>
              </a:solidFill>
            </a:endParaRPr>
          </a:p>
        </p:txBody>
      </p:sp>
    </p:spTree>
    <p:extLst>
      <p:ext uri="{BB962C8B-B14F-4D97-AF65-F5344CB8AC3E}">
        <p14:creationId xmlns:p14="http://schemas.microsoft.com/office/powerpoint/2010/main" val="204127028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rrow: Notched Right 7">
            <a:extLst>
              <a:ext uri="{FF2B5EF4-FFF2-40B4-BE49-F238E27FC236}">
                <a16:creationId xmlns:a16="http://schemas.microsoft.com/office/drawing/2014/main" id="{AA604353-03B4-4710-B2FF-70A110AD5217}"/>
              </a:ext>
            </a:extLst>
          </p:cNvPr>
          <p:cNvSpPr/>
          <p:nvPr/>
        </p:nvSpPr>
        <p:spPr>
          <a:xfrm>
            <a:off x="271306" y="4853353"/>
            <a:ext cx="2090057" cy="1055077"/>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4" name="Content Placeholder 3">
            <a:hlinkClick r:id="rId2" action="ppaction://hlinksldjump"/>
            <a:extLst>
              <a:ext uri="{FF2B5EF4-FFF2-40B4-BE49-F238E27FC236}">
                <a16:creationId xmlns:a16="http://schemas.microsoft.com/office/drawing/2014/main" id="{F1AC032F-7B81-4C0F-B710-A49DA2DC5C83}"/>
              </a:ext>
            </a:extLst>
          </p:cNvPr>
          <p:cNvGraphicFramePr>
            <a:graphicFrameLocks noGrp="1"/>
          </p:cNvGraphicFramePr>
          <p:nvPr>
            <p:ph idx="1"/>
            <p:extLst>
              <p:ext uri="{D42A27DB-BD31-4B8C-83A1-F6EECF244321}">
                <p14:modId xmlns:p14="http://schemas.microsoft.com/office/powerpoint/2010/main" val="2472347455"/>
              </p:ext>
            </p:extLst>
          </p:nvPr>
        </p:nvGraphicFramePr>
        <p:xfrm>
          <a:off x="80387" y="0"/>
          <a:ext cx="12192000" cy="68579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Arrow: Left 8">
            <a:hlinkClick r:id="rId8" action="ppaction://hlinksldjump"/>
            <a:extLst>
              <a:ext uri="{FF2B5EF4-FFF2-40B4-BE49-F238E27FC236}">
                <a16:creationId xmlns:a16="http://schemas.microsoft.com/office/drawing/2014/main" id="{06C1EEF5-4BA8-4DCC-AE96-C22E55EA3782}"/>
              </a:ext>
            </a:extLst>
          </p:cNvPr>
          <p:cNvSpPr/>
          <p:nvPr/>
        </p:nvSpPr>
        <p:spPr>
          <a:xfrm>
            <a:off x="9777046" y="5109587"/>
            <a:ext cx="2260879" cy="944545"/>
          </a:xfrm>
          <a:prstGeom prst="lef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6673634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1451C-07DE-4185-B1F5-B9F08831FA41}"/>
              </a:ext>
            </a:extLst>
          </p:cNvPr>
          <p:cNvSpPr>
            <a:spLocks noGrp="1"/>
          </p:cNvSpPr>
          <p:nvPr>
            <p:ph type="title"/>
          </p:nvPr>
        </p:nvSpPr>
        <p:spPr>
          <a:xfrm>
            <a:off x="645131" y="0"/>
            <a:ext cx="6840892" cy="609601"/>
          </a:xfrm>
        </p:spPr>
        <p:txBody>
          <a:bodyPr/>
          <a:lstStyle/>
          <a:p>
            <a:r>
              <a:rPr lang="en-US" sz="3200" dirty="0">
                <a:solidFill>
                  <a:schemeClr val="bg1"/>
                </a:solidFill>
              </a:rPr>
              <a:t>SQL analysis =&gt;&gt; </a:t>
            </a:r>
            <a:endParaRPr lang="en-IN" sz="3200" dirty="0">
              <a:solidFill>
                <a:schemeClr val="bg1"/>
              </a:solidFill>
            </a:endParaRPr>
          </a:p>
        </p:txBody>
      </p:sp>
      <p:sp>
        <p:nvSpPr>
          <p:cNvPr id="3" name="Content Placeholder 2">
            <a:extLst>
              <a:ext uri="{FF2B5EF4-FFF2-40B4-BE49-F238E27FC236}">
                <a16:creationId xmlns:a16="http://schemas.microsoft.com/office/drawing/2014/main" id="{75BA961D-96D8-4BF3-AB3F-2BFF834CCDE9}"/>
              </a:ext>
            </a:extLst>
          </p:cNvPr>
          <p:cNvSpPr>
            <a:spLocks noGrp="1"/>
          </p:cNvSpPr>
          <p:nvPr>
            <p:ph idx="1"/>
          </p:nvPr>
        </p:nvSpPr>
        <p:spPr>
          <a:xfrm>
            <a:off x="0" y="609600"/>
            <a:ext cx="11656454" cy="6335209"/>
          </a:xfrm>
        </p:spPr>
        <p:txBody>
          <a:bodyPr/>
          <a:lstStyle/>
          <a:p>
            <a:r>
              <a:rPr lang="en-US" dirty="0"/>
              <a:t>1. Calculates the average rating of all apps.</a:t>
            </a:r>
          </a:p>
          <a:p>
            <a:endParaRPr lang="en-IN" dirty="0"/>
          </a:p>
          <a:p>
            <a:endParaRPr lang="en-IN" dirty="0"/>
          </a:p>
          <a:p>
            <a:r>
              <a:rPr lang="en-IN" dirty="0"/>
              <a:t>2. </a:t>
            </a:r>
            <a:r>
              <a:rPr lang="en-US" dirty="0"/>
              <a:t>Finds the top 5 apps by number of installs.</a:t>
            </a:r>
          </a:p>
          <a:p>
            <a:endParaRPr lang="en-US" dirty="0"/>
          </a:p>
          <a:p>
            <a:endParaRPr lang="en-US" dirty="0"/>
          </a:p>
          <a:p>
            <a:r>
              <a:rPr lang="en-IN" dirty="0"/>
              <a:t>3. </a:t>
            </a:r>
            <a:r>
              <a:rPr lang="en-US" dirty="0"/>
              <a:t>Counts the number of free and paid apps.</a:t>
            </a:r>
          </a:p>
          <a:p>
            <a:endParaRPr lang="en-US" dirty="0"/>
          </a:p>
          <a:p>
            <a:endParaRPr lang="en-US" dirty="0"/>
          </a:p>
          <a:p>
            <a:r>
              <a:rPr lang="en-US" dirty="0"/>
              <a:t>4. Identifies the category with the most apps. </a:t>
            </a:r>
          </a:p>
          <a:p>
            <a:endParaRPr lang="en-US" dirty="0"/>
          </a:p>
          <a:p>
            <a:endParaRPr lang="en-US" dirty="0"/>
          </a:p>
          <a:p>
            <a:r>
              <a:rPr lang="en-US" dirty="0"/>
              <a:t>5. Sums the number of installs for all apps in the TOOLS category.</a:t>
            </a:r>
          </a:p>
          <a:p>
            <a:endParaRPr lang="en-IN" dirty="0"/>
          </a:p>
        </p:txBody>
      </p:sp>
      <p:pic>
        <p:nvPicPr>
          <p:cNvPr id="5" name="Picture 4">
            <a:extLst>
              <a:ext uri="{FF2B5EF4-FFF2-40B4-BE49-F238E27FC236}">
                <a16:creationId xmlns:a16="http://schemas.microsoft.com/office/drawing/2014/main" id="{919C670A-585A-4768-AF83-120A64F363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3215" y="1095772"/>
            <a:ext cx="7573432" cy="676369"/>
          </a:xfrm>
          <a:prstGeom prst="rect">
            <a:avLst/>
          </a:prstGeom>
        </p:spPr>
      </p:pic>
      <p:pic>
        <p:nvPicPr>
          <p:cNvPr id="15" name="Picture 14">
            <a:extLst>
              <a:ext uri="{FF2B5EF4-FFF2-40B4-BE49-F238E27FC236}">
                <a16:creationId xmlns:a16="http://schemas.microsoft.com/office/drawing/2014/main" id="{42A3E5CE-DEB9-49F2-8E22-C0EB4B5F37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3215" y="2415126"/>
            <a:ext cx="7763958" cy="666843"/>
          </a:xfrm>
          <a:prstGeom prst="rect">
            <a:avLst/>
          </a:prstGeom>
        </p:spPr>
      </p:pic>
      <p:pic>
        <p:nvPicPr>
          <p:cNvPr id="17" name="Picture 16">
            <a:extLst>
              <a:ext uri="{FF2B5EF4-FFF2-40B4-BE49-F238E27FC236}">
                <a16:creationId xmlns:a16="http://schemas.microsoft.com/office/drawing/2014/main" id="{648F5E83-F1DD-436D-BFCD-E7F068BEE6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47173" y="2415127"/>
            <a:ext cx="1314633" cy="666842"/>
          </a:xfrm>
          <a:prstGeom prst="rect">
            <a:avLst/>
          </a:prstGeom>
        </p:spPr>
      </p:pic>
      <p:pic>
        <p:nvPicPr>
          <p:cNvPr id="19" name="Picture 18">
            <a:extLst>
              <a:ext uri="{FF2B5EF4-FFF2-40B4-BE49-F238E27FC236}">
                <a16:creationId xmlns:a16="http://schemas.microsoft.com/office/drawing/2014/main" id="{09863D3F-B17D-46E6-B686-4E5060A8A92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3215" y="3691570"/>
            <a:ext cx="7306695" cy="666843"/>
          </a:xfrm>
          <a:prstGeom prst="rect">
            <a:avLst/>
          </a:prstGeom>
        </p:spPr>
      </p:pic>
      <p:pic>
        <p:nvPicPr>
          <p:cNvPr id="21" name="Picture 20">
            <a:extLst>
              <a:ext uri="{FF2B5EF4-FFF2-40B4-BE49-F238E27FC236}">
                <a16:creationId xmlns:a16="http://schemas.microsoft.com/office/drawing/2014/main" id="{E6A30384-7233-4547-94DC-866F93C3F42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83215" y="4913537"/>
            <a:ext cx="8011643" cy="685896"/>
          </a:xfrm>
          <a:prstGeom prst="rect">
            <a:avLst/>
          </a:prstGeom>
        </p:spPr>
      </p:pic>
      <p:pic>
        <p:nvPicPr>
          <p:cNvPr id="23" name="Picture 22">
            <a:extLst>
              <a:ext uri="{FF2B5EF4-FFF2-40B4-BE49-F238E27FC236}">
                <a16:creationId xmlns:a16="http://schemas.microsoft.com/office/drawing/2014/main" id="{BB9AA6B4-11BD-44F1-80A2-14231069090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83215" y="6189981"/>
            <a:ext cx="8335538" cy="714475"/>
          </a:xfrm>
          <a:prstGeom prst="rect">
            <a:avLst/>
          </a:prstGeom>
        </p:spPr>
      </p:pic>
    </p:spTree>
    <p:extLst>
      <p:ext uri="{BB962C8B-B14F-4D97-AF65-F5344CB8AC3E}">
        <p14:creationId xmlns:p14="http://schemas.microsoft.com/office/powerpoint/2010/main" val="357221835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E6D850-ADCF-4862-AB7A-8F2CC0D1DA93}"/>
              </a:ext>
            </a:extLst>
          </p:cNvPr>
          <p:cNvSpPr>
            <a:spLocks noGrp="1"/>
          </p:cNvSpPr>
          <p:nvPr>
            <p:ph idx="1"/>
          </p:nvPr>
        </p:nvSpPr>
        <p:spPr>
          <a:xfrm>
            <a:off x="0" y="0"/>
            <a:ext cx="12192000" cy="6858000"/>
          </a:xfrm>
        </p:spPr>
        <p:txBody>
          <a:bodyPr/>
          <a:lstStyle/>
          <a:p>
            <a:r>
              <a:rPr lang="en-US" dirty="0"/>
              <a:t>6. Compares the average rating between paid and free apps.</a:t>
            </a:r>
          </a:p>
          <a:p>
            <a:endParaRPr lang="en-US" dirty="0"/>
          </a:p>
          <a:p>
            <a:endParaRPr lang="en-US" dirty="0"/>
          </a:p>
          <a:p>
            <a:r>
              <a:rPr lang="en-US" dirty="0"/>
              <a:t>7. Counts apps with more than 1 million installs but fewer than 10 reviews.</a:t>
            </a:r>
          </a:p>
          <a:p>
            <a:endParaRPr lang="en-US" dirty="0"/>
          </a:p>
          <a:p>
            <a:endParaRPr lang="en-US" dirty="0"/>
          </a:p>
          <a:p>
            <a:r>
              <a:rPr lang="en-US" dirty="0"/>
              <a:t>8. Calculates the average size of apps in each category.</a:t>
            </a:r>
          </a:p>
          <a:p>
            <a:endParaRPr lang="en-US" dirty="0"/>
          </a:p>
          <a:p>
            <a:endParaRPr lang="en-US" dirty="0"/>
          </a:p>
          <a:p>
            <a:r>
              <a:rPr lang="en-US" dirty="0"/>
              <a:t>9. Finds apps last updated in 2018 with a rating above 4.5.</a:t>
            </a:r>
          </a:p>
          <a:p>
            <a:endParaRPr lang="en-US" dirty="0"/>
          </a:p>
          <a:p>
            <a:endParaRPr lang="en-US" dirty="0"/>
          </a:p>
          <a:p>
            <a:r>
              <a:rPr lang="en-US" dirty="0"/>
              <a:t>10. Finds the highest-rated app in the HEALTH_AND_FITNESS category.</a:t>
            </a:r>
          </a:p>
          <a:p>
            <a:endParaRPr lang="en-US" dirty="0"/>
          </a:p>
          <a:p>
            <a:endParaRPr lang="en-US" dirty="0"/>
          </a:p>
          <a:p>
            <a:endParaRPr lang="en-US" dirty="0"/>
          </a:p>
          <a:p>
            <a:endParaRPr lang="en-IN" dirty="0"/>
          </a:p>
        </p:txBody>
      </p:sp>
      <p:pic>
        <p:nvPicPr>
          <p:cNvPr id="5" name="Picture 4">
            <a:extLst>
              <a:ext uri="{FF2B5EF4-FFF2-40B4-BE49-F238E27FC236}">
                <a16:creationId xmlns:a16="http://schemas.microsoft.com/office/drawing/2014/main" id="{FDFDD399-1562-4085-A624-B552C5AC19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6257" y="431353"/>
            <a:ext cx="7373379" cy="647790"/>
          </a:xfrm>
          <a:prstGeom prst="rect">
            <a:avLst/>
          </a:prstGeom>
        </p:spPr>
      </p:pic>
      <p:pic>
        <p:nvPicPr>
          <p:cNvPr id="11" name="Picture 10">
            <a:extLst>
              <a:ext uri="{FF2B5EF4-FFF2-40B4-BE49-F238E27FC236}">
                <a16:creationId xmlns:a16="http://schemas.microsoft.com/office/drawing/2014/main" id="{06A67FF9-B757-40F1-9137-D50F5B674A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257" y="1798547"/>
            <a:ext cx="8316486" cy="714475"/>
          </a:xfrm>
          <a:prstGeom prst="rect">
            <a:avLst/>
          </a:prstGeom>
        </p:spPr>
      </p:pic>
      <p:pic>
        <p:nvPicPr>
          <p:cNvPr id="13" name="Picture 12">
            <a:extLst>
              <a:ext uri="{FF2B5EF4-FFF2-40B4-BE49-F238E27FC236}">
                <a16:creationId xmlns:a16="http://schemas.microsoft.com/office/drawing/2014/main" id="{CC5F608A-95C8-4893-83AD-3CA3095442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2743" y="1798547"/>
            <a:ext cx="1467055" cy="714475"/>
          </a:xfrm>
          <a:prstGeom prst="rect">
            <a:avLst/>
          </a:prstGeom>
        </p:spPr>
      </p:pic>
      <p:pic>
        <p:nvPicPr>
          <p:cNvPr id="15" name="Picture 14">
            <a:extLst>
              <a:ext uri="{FF2B5EF4-FFF2-40B4-BE49-F238E27FC236}">
                <a16:creationId xmlns:a16="http://schemas.microsoft.com/office/drawing/2014/main" id="{232E8BB1-3565-414F-8EBE-C143A28819B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6257" y="3095578"/>
            <a:ext cx="7821116" cy="666843"/>
          </a:xfrm>
          <a:prstGeom prst="rect">
            <a:avLst/>
          </a:prstGeom>
        </p:spPr>
      </p:pic>
      <p:pic>
        <p:nvPicPr>
          <p:cNvPr id="17" name="Picture 16">
            <a:extLst>
              <a:ext uri="{FF2B5EF4-FFF2-40B4-BE49-F238E27FC236}">
                <a16:creationId xmlns:a16="http://schemas.microsoft.com/office/drawing/2014/main" id="{7A46A96C-E88E-47DF-B380-A1B6072141A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54184" y="3095578"/>
            <a:ext cx="3801005" cy="666843"/>
          </a:xfrm>
          <a:prstGeom prst="rect">
            <a:avLst/>
          </a:prstGeom>
        </p:spPr>
      </p:pic>
      <p:pic>
        <p:nvPicPr>
          <p:cNvPr id="19" name="Picture 18">
            <a:extLst>
              <a:ext uri="{FF2B5EF4-FFF2-40B4-BE49-F238E27FC236}">
                <a16:creationId xmlns:a16="http://schemas.microsoft.com/office/drawing/2014/main" id="{BD1E20C7-9FAD-42E6-B83C-DF9425EC9D2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6257" y="4344977"/>
            <a:ext cx="7459116" cy="657317"/>
          </a:xfrm>
          <a:prstGeom prst="rect">
            <a:avLst/>
          </a:prstGeom>
        </p:spPr>
      </p:pic>
      <p:pic>
        <p:nvPicPr>
          <p:cNvPr id="21" name="Picture 20">
            <a:extLst>
              <a:ext uri="{FF2B5EF4-FFF2-40B4-BE49-F238E27FC236}">
                <a16:creationId xmlns:a16="http://schemas.microsoft.com/office/drawing/2014/main" id="{E2DD1FBF-66D9-4738-B93F-53A9A13E8D0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155373" y="4335451"/>
            <a:ext cx="1819529" cy="666843"/>
          </a:xfrm>
          <a:prstGeom prst="rect">
            <a:avLst/>
          </a:prstGeom>
        </p:spPr>
      </p:pic>
      <p:pic>
        <p:nvPicPr>
          <p:cNvPr id="25" name="Picture 24">
            <a:extLst>
              <a:ext uri="{FF2B5EF4-FFF2-40B4-BE49-F238E27FC236}">
                <a16:creationId xmlns:a16="http://schemas.microsoft.com/office/drawing/2014/main" id="{06305804-89A4-4CD5-B787-29CF9217AFD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96257" y="5731225"/>
            <a:ext cx="8011643" cy="695422"/>
          </a:xfrm>
          <a:prstGeom prst="rect">
            <a:avLst/>
          </a:prstGeom>
        </p:spPr>
      </p:pic>
    </p:spTree>
    <p:extLst>
      <p:ext uri="{BB962C8B-B14F-4D97-AF65-F5344CB8AC3E}">
        <p14:creationId xmlns:p14="http://schemas.microsoft.com/office/powerpoint/2010/main" val="156304239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CE4B5E-DE7F-4EFB-BBD4-2608C1DE5184}"/>
              </a:ext>
            </a:extLst>
          </p:cNvPr>
          <p:cNvSpPr>
            <a:spLocks noGrp="1"/>
          </p:cNvSpPr>
          <p:nvPr>
            <p:ph idx="1"/>
          </p:nvPr>
        </p:nvSpPr>
        <p:spPr>
          <a:xfrm>
            <a:off x="0" y="0"/>
            <a:ext cx="12192000" cy="6858000"/>
          </a:xfrm>
        </p:spPr>
        <p:txBody>
          <a:bodyPr>
            <a:normAutofit fontScale="92500" lnSpcReduction="20000"/>
          </a:bodyPr>
          <a:lstStyle/>
          <a:p>
            <a:r>
              <a:rPr lang="en-US" dirty="0"/>
              <a:t>                       </a:t>
            </a:r>
            <a:r>
              <a:rPr lang="en-US" sz="3200" dirty="0">
                <a:solidFill>
                  <a:schemeClr val="bg1"/>
                </a:solidFill>
              </a:rPr>
              <a:t> </a:t>
            </a:r>
            <a:r>
              <a:rPr lang="en-US" sz="3200" u="sng" dirty="0">
                <a:solidFill>
                  <a:schemeClr val="bg1"/>
                </a:solidFill>
              </a:rPr>
              <a:t>Google Play Store Data Analysis Using SQL</a:t>
            </a:r>
          </a:p>
          <a:p>
            <a:r>
              <a:rPr lang="en-US" u="sng" dirty="0">
                <a:solidFill>
                  <a:schemeClr val="bg1"/>
                </a:solidFill>
              </a:rPr>
              <a:t>Summary =&gt;&gt;</a:t>
            </a:r>
          </a:p>
          <a:p>
            <a:r>
              <a:rPr lang="en-US" b="1" dirty="0">
                <a:solidFill>
                  <a:schemeClr val="accent6">
                    <a:lumMod val="60000"/>
                    <a:lumOff val="40000"/>
                  </a:schemeClr>
                </a:solidFill>
              </a:rPr>
              <a:t>1. App Popularity and Installs</a:t>
            </a:r>
          </a:p>
          <a:p>
            <a:pPr>
              <a:buFont typeface="Arial" panose="020B0604020202020204" pitchFamily="34" charset="0"/>
              <a:buChar char="•"/>
            </a:pPr>
            <a:r>
              <a:rPr lang="en-US" b="1" dirty="0">
                <a:solidFill>
                  <a:schemeClr val="accent6">
                    <a:lumMod val="60000"/>
                    <a:lumOff val="40000"/>
                  </a:schemeClr>
                </a:solidFill>
              </a:rPr>
              <a:t>Categories with Most Installs:</a:t>
            </a:r>
            <a:r>
              <a:rPr lang="en-US" dirty="0">
                <a:solidFill>
                  <a:schemeClr val="accent6">
                    <a:lumMod val="60000"/>
                    <a:lumOff val="40000"/>
                  </a:schemeClr>
                </a:solidFill>
              </a:rPr>
              <a:t> Categories like "GAME," "COMMUNICATION," and "TOOLS" dominate in terms of total installs, reflecting their essential role in users' daily mobile activities.</a:t>
            </a:r>
          </a:p>
          <a:p>
            <a:r>
              <a:rPr lang="en-US" b="1" dirty="0">
                <a:solidFill>
                  <a:schemeClr val="accent6">
                    <a:lumMod val="60000"/>
                    <a:lumOff val="40000"/>
                  </a:schemeClr>
                </a:solidFill>
              </a:rPr>
              <a:t>2. Ratings and User Reviews</a:t>
            </a:r>
          </a:p>
          <a:p>
            <a:pPr>
              <a:buFont typeface="Arial" panose="020B0604020202020204" pitchFamily="34" charset="0"/>
              <a:buChar char="•"/>
            </a:pPr>
            <a:r>
              <a:rPr lang="en-US" b="1" dirty="0">
                <a:solidFill>
                  <a:schemeClr val="accent6">
                    <a:lumMod val="60000"/>
                    <a:lumOff val="40000"/>
                  </a:schemeClr>
                </a:solidFill>
              </a:rPr>
              <a:t>Average Ratings:</a:t>
            </a:r>
            <a:r>
              <a:rPr lang="en-US" dirty="0">
                <a:solidFill>
                  <a:schemeClr val="accent6">
                    <a:lumMod val="60000"/>
                    <a:lumOff val="40000"/>
                  </a:schemeClr>
                </a:solidFill>
              </a:rPr>
              <a:t> The average app rating hovers around 4.1, indicating generally positive feedback from users.</a:t>
            </a:r>
          </a:p>
          <a:p>
            <a:pPr>
              <a:buFont typeface="Arial" panose="020B0604020202020204" pitchFamily="34" charset="0"/>
              <a:buChar char="•"/>
            </a:pPr>
            <a:r>
              <a:rPr lang="en-US" b="1" dirty="0">
                <a:solidFill>
                  <a:schemeClr val="accent6">
                    <a:lumMod val="60000"/>
                    <a:lumOff val="40000"/>
                  </a:schemeClr>
                </a:solidFill>
              </a:rPr>
              <a:t>High Ratings, Low Reviews:</a:t>
            </a:r>
            <a:r>
              <a:rPr lang="en-US" dirty="0">
                <a:solidFill>
                  <a:schemeClr val="accent6">
                    <a:lumMod val="60000"/>
                    <a:lumOff val="40000"/>
                  </a:schemeClr>
                </a:solidFill>
              </a:rPr>
              <a:t> Some apps with over 100,000 reviews still have ratings below 3.0, suggesting possible issues with app performance or user experience despite high engagement.</a:t>
            </a:r>
          </a:p>
          <a:p>
            <a:r>
              <a:rPr lang="en-US" b="1" dirty="0">
                <a:solidFill>
                  <a:schemeClr val="accent6">
                    <a:lumMod val="60000"/>
                    <a:lumOff val="40000"/>
                  </a:schemeClr>
                </a:solidFill>
              </a:rPr>
              <a:t>3. Free vs. Paid Apps</a:t>
            </a:r>
          </a:p>
          <a:p>
            <a:pPr>
              <a:buFont typeface="Arial" panose="020B0604020202020204" pitchFamily="34" charset="0"/>
              <a:buChar char="•"/>
            </a:pPr>
            <a:r>
              <a:rPr lang="en-US" b="1" dirty="0">
                <a:solidFill>
                  <a:schemeClr val="accent6">
                    <a:lumMod val="60000"/>
                    <a:lumOff val="40000"/>
                  </a:schemeClr>
                </a:solidFill>
              </a:rPr>
              <a:t>Dominance of Free Apps:</a:t>
            </a:r>
            <a:r>
              <a:rPr lang="en-US" dirty="0">
                <a:solidFill>
                  <a:schemeClr val="accent6">
                    <a:lumMod val="60000"/>
                    <a:lumOff val="40000"/>
                  </a:schemeClr>
                </a:solidFill>
              </a:rPr>
              <a:t> A significant majority of apps are free, with free apps making up over 90% of the total. This trend aligns with the freemium model, where revenue is often generated through in-app purchases or ads.</a:t>
            </a:r>
          </a:p>
          <a:p>
            <a:pPr>
              <a:buFont typeface="Arial" panose="020B0604020202020204" pitchFamily="34" charset="0"/>
              <a:buChar char="•"/>
            </a:pPr>
            <a:r>
              <a:rPr lang="en-US" b="1" dirty="0">
                <a:solidFill>
                  <a:schemeClr val="accent6">
                    <a:lumMod val="60000"/>
                    <a:lumOff val="40000"/>
                  </a:schemeClr>
                </a:solidFill>
              </a:rPr>
              <a:t>Paid App Categories:</a:t>
            </a:r>
            <a:r>
              <a:rPr lang="en-US" dirty="0">
                <a:solidFill>
                  <a:schemeClr val="accent6">
                    <a:lumMod val="60000"/>
                    <a:lumOff val="40000"/>
                  </a:schemeClr>
                </a:solidFill>
              </a:rPr>
              <a:t> Categories like "FAMILY" and "GAME" have more paid apps, indicating a market where users are willing to pay for quality or specialized content.</a:t>
            </a:r>
          </a:p>
          <a:p>
            <a:r>
              <a:rPr lang="en-US" b="1" dirty="0">
                <a:solidFill>
                  <a:schemeClr val="accent6">
                    <a:lumMod val="60000"/>
                    <a:lumOff val="40000"/>
                  </a:schemeClr>
                </a:solidFill>
              </a:rPr>
              <a:t>4. App Sizes and Requirements</a:t>
            </a:r>
          </a:p>
          <a:p>
            <a:pPr>
              <a:buFont typeface="Arial" panose="020B0604020202020204" pitchFamily="34" charset="0"/>
              <a:buChar char="•"/>
            </a:pPr>
            <a:r>
              <a:rPr lang="en-US" b="1" dirty="0">
                <a:solidFill>
                  <a:schemeClr val="accent6">
                    <a:lumMod val="60000"/>
                    <a:lumOff val="40000"/>
                  </a:schemeClr>
                </a:solidFill>
              </a:rPr>
              <a:t>Average App Size:</a:t>
            </a:r>
            <a:r>
              <a:rPr lang="en-US" dirty="0">
                <a:solidFill>
                  <a:schemeClr val="accent6">
                    <a:lumMod val="60000"/>
                    <a:lumOff val="40000"/>
                  </a:schemeClr>
                </a:solidFill>
              </a:rPr>
              <a:t> The average app size is around 25MB, though this varies widely depending on the category, with games generally being larger due to rich media content.</a:t>
            </a:r>
          </a:p>
          <a:p>
            <a:pPr>
              <a:buFont typeface="Arial" panose="020B0604020202020204" pitchFamily="34" charset="0"/>
              <a:buChar char="•"/>
            </a:pPr>
            <a:r>
              <a:rPr lang="en-US" b="1" dirty="0">
                <a:solidFill>
                  <a:schemeClr val="accent6">
                    <a:lumMod val="60000"/>
                    <a:lumOff val="40000"/>
                  </a:schemeClr>
                </a:solidFill>
              </a:rPr>
              <a:t>Android Version Requirements:</a:t>
            </a:r>
            <a:r>
              <a:rPr lang="en-US" dirty="0">
                <a:solidFill>
                  <a:schemeClr val="accent6">
                    <a:lumMod val="60000"/>
                    <a:lumOff val="40000"/>
                  </a:schemeClr>
                </a:solidFill>
              </a:rPr>
              <a:t> Most apps require Android 4.0.3 or higher, with some requiring the latest versions, reflecting developers' focus on supporting newer devices.</a:t>
            </a:r>
          </a:p>
          <a:p>
            <a:endParaRPr lang="en-IN" u="sng" dirty="0">
              <a:solidFill>
                <a:schemeClr val="bg1"/>
              </a:solidFill>
            </a:endParaRPr>
          </a:p>
        </p:txBody>
      </p:sp>
    </p:spTree>
    <p:extLst>
      <p:ext uri="{BB962C8B-B14F-4D97-AF65-F5344CB8AC3E}">
        <p14:creationId xmlns:p14="http://schemas.microsoft.com/office/powerpoint/2010/main" val="148172440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FC94588-2A56-4CAA-B6E7-7CC509C8845C}"/>
              </a:ext>
            </a:extLst>
          </p:cNvPr>
          <p:cNvSpPr>
            <a:spLocks noGrp="1"/>
          </p:cNvSpPr>
          <p:nvPr>
            <p:ph idx="1"/>
          </p:nvPr>
        </p:nvSpPr>
        <p:spPr>
          <a:xfrm>
            <a:off x="0" y="0"/>
            <a:ext cx="12192000" cy="6858000"/>
          </a:xfrm>
        </p:spPr>
        <p:txBody>
          <a:bodyPr/>
          <a:lstStyle/>
          <a:p>
            <a:r>
              <a:rPr lang="en-US" b="1" dirty="0">
                <a:solidFill>
                  <a:schemeClr val="accent6">
                    <a:lumMod val="60000"/>
                    <a:lumOff val="40000"/>
                  </a:schemeClr>
                </a:solidFill>
              </a:rPr>
              <a:t>5. Pricing Trends</a:t>
            </a:r>
          </a:p>
          <a:p>
            <a:pPr>
              <a:buFont typeface="Arial" panose="020B0604020202020204" pitchFamily="34" charset="0"/>
              <a:buChar char="•"/>
            </a:pPr>
            <a:r>
              <a:rPr lang="en-US" b="1" dirty="0">
                <a:solidFill>
                  <a:schemeClr val="accent6">
                    <a:lumMod val="60000"/>
                    <a:lumOff val="40000"/>
                  </a:schemeClr>
                </a:solidFill>
              </a:rPr>
              <a:t>Most Expensive Apps:</a:t>
            </a:r>
            <a:r>
              <a:rPr lang="en-US" dirty="0">
                <a:solidFill>
                  <a:schemeClr val="accent6">
                    <a:lumMod val="60000"/>
                    <a:lumOff val="40000"/>
                  </a:schemeClr>
                </a:solidFill>
              </a:rPr>
              <a:t> The most expensive apps can cost upwards of $100, typically found in specialized or professional categories.</a:t>
            </a:r>
          </a:p>
          <a:p>
            <a:pPr>
              <a:buFont typeface="Arial" panose="020B0604020202020204" pitchFamily="34" charset="0"/>
              <a:buChar char="•"/>
            </a:pPr>
            <a:r>
              <a:rPr lang="en-US" b="1" dirty="0">
                <a:solidFill>
                  <a:schemeClr val="accent6">
                    <a:lumMod val="60000"/>
                    <a:lumOff val="40000"/>
                  </a:schemeClr>
                </a:solidFill>
              </a:rPr>
              <a:t>Average Price of Paid Apps:</a:t>
            </a:r>
            <a:r>
              <a:rPr lang="en-US" dirty="0">
                <a:solidFill>
                  <a:schemeClr val="accent6">
                    <a:lumMod val="60000"/>
                    <a:lumOff val="40000"/>
                  </a:schemeClr>
                </a:solidFill>
              </a:rPr>
              <a:t> The average price for paid apps is relatively low, often around $2 to $5, making them accessible to a broad audience.</a:t>
            </a:r>
          </a:p>
          <a:p>
            <a:r>
              <a:rPr lang="en-US" b="1" dirty="0">
                <a:solidFill>
                  <a:schemeClr val="accent6">
                    <a:lumMod val="60000"/>
                    <a:lumOff val="40000"/>
                  </a:schemeClr>
                </a:solidFill>
              </a:rPr>
              <a:t>6. Content Ratings and User Segmentation</a:t>
            </a:r>
          </a:p>
          <a:p>
            <a:pPr>
              <a:buFont typeface="Arial" panose="020B0604020202020204" pitchFamily="34" charset="0"/>
              <a:buChar char="•"/>
            </a:pPr>
            <a:r>
              <a:rPr lang="en-US" b="1" dirty="0">
                <a:solidFill>
                  <a:schemeClr val="accent6">
                    <a:lumMod val="60000"/>
                    <a:lumOff val="40000"/>
                  </a:schemeClr>
                </a:solidFill>
              </a:rPr>
              <a:t>Content Ratings:</a:t>
            </a:r>
            <a:r>
              <a:rPr lang="en-US" dirty="0">
                <a:solidFill>
                  <a:schemeClr val="accent6">
                    <a:lumMod val="60000"/>
                    <a:lumOff val="40000"/>
                  </a:schemeClr>
                </a:solidFill>
              </a:rPr>
              <a:t> Most apps are rated "Everyone," indicating a broad target audience. However, categories like "GAME" also feature a substantial number of apps rated "Teen" or "Mature," targeting older users.</a:t>
            </a:r>
          </a:p>
          <a:p>
            <a:pPr>
              <a:buFont typeface="Arial" panose="020B0604020202020204" pitchFamily="34" charset="0"/>
              <a:buChar char="•"/>
            </a:pPr>
            <a:r>
              <a:rPr lang="en-US" b="1" dirty="0">
                <a:solidFill>
                  <a:schemeClr val="accent6">
                    <a:lumMod val="60000"/>
                    <a:lumOff val="40000"/>
                  </a:schemeClr>
                </a:solidFill>
              </a:rPr>
              <a:t>Family and Educational Apps:</a:t>
            </a:r>
            <a:r>
              <a:rPr lang="en-US" dirty="0">
                <a:solidFill>
                  <a:schemeClr val="accent6">
                    <a:lumMod val="60000"/>
                    <a:lumOff val="40000"/>
                  </a:schemeClr>
                </a:solidFill>
              </a:rPr>
              <a:t> "FAMILY" apps often have content suitable for all ages, emphasizing educational and entertainment value for children.</a:t>
            </a:r>
          </a:p>
          <a:p>
            <a:endParaRPr lang="en-IN" dirty="0"/>
          </a:p>
          <a:p>
            <a:r>
              <a:rPr lang="en-US" b="1" dirty="0">
                <a:solidFill>
                  <a:schemeClr val="accent6">
                    <a:lumMod val="60000"/>
                    <a:lumOff val="40000"/>
                  </a:schemeClr>
                </a:solidFill>
              </a:rPr>
              <a:t>Conclusion</a:t>
            </a:r>
          </a:p>
          <a:p>
            <a:r>
              <a:rPr lang="en-US" dirty="0">
                <a:solidFill>
                  <a:schemeClr val="accent6">
                    <a:lumMod val="60000"/>
                    <a:lumOff val="40000"/>
                  </a:schemeClr>
                </a:solidFill>
              </a:rPr>
              <a:t>The analysis of the Google Play Store dataset reveals key trends in app development, user preferences, and market dynamics. The data underscores the importance of offering quality content, maintaining regular updates, and understanding user needs across different app categories and genres. This information can be instrumental for developers, marketers, and stakeholders in the mobile app ecosystem.</a:t>
            </a:r>
          </a:p>
          <a:p>
            <a:endParaRPr lang="en-IN" dirty="0">
              <a:solidFill>
                <a:schemeClr val="accent6">
                  <a:lumMod val="60000"/>
                  <a:lumOff val="40000"/>
                </a:schemeClr>
              </a:solidFill>
            </a:endParaRPr>
          </a:p>
          <a:p>
            <a:endParaRPr lang="en-IN" dirty="0"/>
          </a:p>
        </p:txBody>
      </p:sp>
    </p:spTree>
    <p:extLst>
      <p:ext uri="{BB962C8B-B14F-4D97-AF65-F5344CB8AC3E}">
        <p14:creationId xmlns:p14="http://schemas.microsoft.com/office/powerpoint/2010/main" val="125891042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1FC78-7290-49C5-92BF-D9406CF07945}"/>
              </a:ext>
            </a:extLst>
          </p:cNvPr>
          <p:cNvSpPr>
            <a:spLocks noGrp="1"/>
          </p:cNvSpPr>
          <p:nvPr>
            <p:ph type="title"/>
          </p:nvPr>
        </p:nvSpPr>
        <p:spPr>
          <a:xfrm>
            <a:off x="0" y="0"/>
            <a:ext cx="6979534" cy="972273"/>
          </a:xfrm>
        </p:spPr>
        <p:txBody>
          <a:bodyPr/>
          <a:lstStyle/>
          <a:p>
            <a:r>
              <a:rPr lang="en-US" sz="3200" dirty="0">
                <a:solidFill>
                  <a:schemeClr val="bg1"/>
                </a:solidFill>
              </a:rPr>
              <a:t>  Excel analysis =&gt;&gt; </a:t>
            </a:r>
            <a:endParaRPr lang="en-IN" sz="3200" dirty="0">
              <a:solidFill>
                <a:schemeClr val="bg1"/>
              </a:solidFill>
            </a:endParaRPr>
          </a:p>
        </p:txBody>
      </p:sp>
      <p:sp>
        <p:nvSpPr>
          <p:cNvPr id="3" name="Content Placeholder 2">
            <a:extLst>
              <a:ext uri="{FF2B5EF4-FFF2-40B4-BE49-F238E27FC236}">
                <a16:creationId xmlns:a16="http://schemas.microsoft.com/office/drawing/2014/main" id="{6ABCE984-9C13-4C21-97A3-6A4BD4BA2F86}"/>
              </a:ext>
            </a:extLst>
          </p:cNvPr>
          <p:cNvSpPr>
            <a:spLocks noGrp="1"/>
          </p:cNvSpPr>
          <p:nvPr>
            <p:ph idx="1"/>
          </p:nvPr>
        </p:nvSpPr>
        <p:spPr>
          <a:xfrm>
            <a:off x="0" y="682906"/>
            <a:ext cx="12192000" cy="6175094"/>
          </a:xfrm>
        </p:spPr>
        <p:txBody>
          <a:bodyPr/>
          <a:lstStyle/>
          <a:p>
            <a:r>
              <a:rPr lang="en-US" b="1" dirty="0"/>
              <a:t>1. Importing the Data</a:t>
            </a:r>
          </a:p>
          <a:p>
            <a:pPr>
              <a:buFont typeface="Arial" panose="020B0604020202020204" pitchFamily="34" charset="0"/>
              <a:buChar char="•"/>
            </a:pPr>
            <a:r>
              <a:rPr lang="en-US" b="1" dirty="0"/>
              <a:t>Open Excel</a:t>
            </a:r>
            <a:r>
              <a:rPr lang="en-US" dirty="0"/>
              <a:t> and use the </a:t>
            </a:r>
            <a:r>
              <a:rPr lang="en-US" b="1" dirty="0"/>
              <a:t>"Import"</a:t>
            </a:r>
            <a:r>
              <a:rPr lang="en-US" dirty="0"/>
              <a:t> feature to load the CSV file into Excel.</a:t>
            </a:r>
          </a:p>
          <a:p>
            <a:pPr>
              <a:buFont typeface="Arial" panose="020B0604020202020204" pitchFamily="34" charset="0"/>
              <a:buChar char="•"/>
            </a:pPr>
            <a:r>
              <a:rPr lang="en-US" b="1" dirty="0"/>
              <a:t>Data Cleaning:</a:t>
            </a:r>
            <a:r>
              <a:rPr lang="en-US" dirty="0"/>
              <a:t> Ensure that columns like "Installs" and "Price" are cleaned by removing any non-numeric characters (like commas, dollar signs, etc.) to facilitate analysis.</a:t>
            </a:r>
          </a:p>
          <a:p>
            <a:endParaRPr lang="en-IN" dirty="0"/>
          </a:p>
        </p:txBody>
      </p:sp>
      <p:pic>
        <p:nvPicPr>
          <p:cNvPr id="5" name="Picture 4">
            <a:extLst>
              <a:ext uri="{FF2B5EF4-FFF2-40B4-BE49-F238E27FC236}">
                <a16:creationId xmlns:a16="http://schemas.microsoft.com/office/drawing/2014/main" id="{E0855555-622A-4859-9123-9FD83CB94A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623" y="2320002"/>
            <a:ext cx="10810754" cy="4370165"/>
          </a:xfrm>
          <a:prstGeom prst="rect">
            <a:avLst/>
          </a:prstGeom>
        </p:spPr>
      </p:pic>
    </p:spTree>
    <p:extLst>
      <p:ext uri="{BB962C8B-B14F-4D97-AF65-F5344CB8AC3E}">
        <p14:creationId xmlns:p14="http://schemas.microsoft.com/office/powerpoint/2010/main" val="234461755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4B11F4-E5CD-49AC-B314-9D02D86ECBB7}"/>
              </a:ext>
            </a:extLst>
          </p:cNvPr>
          <p:cNvSpPr>
            <a:spLocks noGrp="1"/>
          </p:cNvSpPr>
          <p:nvPr>
            <p:ph idx="1"/>
          </p:nvPr>
        </p:nvSpPr>
        <p:spPr>
          <a:xfrm>
            <a:off x="0" y="0"/>
            <a:ext cx="12192000" cy="6858000"/>
          </a:xfrm>
        </p:spPr>
        <p:txBody>
          <a:bodyPr/>
          <a:lstStyle/>
          <a:p>
            <a:r>
              <a:rPr lang="en-US" b="1" dirty="0"/>
              <a:t>2. Analyzing the Data with Excel Tools</a:t>
            </a:r>
          </a:p>
          <a:p>
            <a:r>
              <a:rPr lang="en-US" b="1" dirty="0"/>
              <a:t>A. Using Pivot Tables</a:t>
            </a:r>
          </a:p>
          <a:p>
            <a:pPr>
              <a:buFont typeface="Arial" panose="020B0604020202020204" pitchFamily="34" charset="0"/>
              <a:buChar char="•"/>
            </a:pPr>
            <a:r>
              <a:rPr lang="en-US" b="1" dirty="0"/>
              <a:t>Top Installed Apps:</a:t>
            </a:r>
            <a:endParaRPr lang="en-US" dirty="0"/>
          </a:p>
          <a:p>
            <a:pPr marL="742950" lvl="1" indent="-285750">
              <a:buFont typeface="Arial" panose="020B0604020202020204" pitchFamily="34" charset="0"/>
              <a:buChar char="•"/>
            </a:pPr>
            <a:r>
              <a:rPr lang="en-US" dirty="0"/>
              <a:t>Create a pivot table with "App" in the rows and "Installs" in the values. Sort by the sum of "Installs" to find the most installed apps.</a:t>
            </a:r>
          </a:p>
          <a:p>
            <a:pPr>
              <a:buFont typeface="Arial" panose="020B0604020202020204" pitchFamily="34" charset="0"/>
              <a:buChar char="•"/>
            </a:pPr>
            <a:r>
              <a:rPr lang="en-US" b="1" dirty="0"/>
              <a:t>Average Ratings by Category:</a:t>
            </a:r>
            <a:endParaRPr lang="en-US" dirty="0"/>
          </a:p>
          <a:p>
            <a:pPr marL="742950" lvl="1" indent="-285750">
              <a:buFont typeface="Arial" panose="020B0604020202020204" pitchFamily="34" charset="0"/>
              <a:buChar char="•"/>
            </a:pPr>
            <a:r>
              <a:rPr lang="en-US" dirty="0"/>
              <a:t>Place "Category" in the rows and "Rating" in the values to calculate the average rating for each category.</a:t>
            </a:r>
          </a:p>
          <a:p>
            <a:pPr>
              <a:buFont typeface="Arial" panose="020B0604020202020204" pitchFamily="34" charset="0"/>
              <a:buChar char="•"/>
            </a:pPr>
            <a:r>
              <a:rPr lang="en-US" b="1" dirty="0"/>
              <a:t>Free vs. Paid Apps:</a:t>
            </a:r>
            <a:endParaRPr lang="en-US" dirty="0"/>
          </a:p>
          <a:p>
            <a:pPr marL="742950" lvl="1" indent="-285750">
              <a:buFont typeface="Arial" panose="020B0604020202020204" pitchFamily="34" charset="0"/>
              <a:buChar char="•"/>
            </a:pPr>
            <a:r>
              <a:rPr lang="en-US" dirty="0"/>
              <a:t>Use "Type" in the rows and count of "App" in the values to compare the number of free and paid apps and sum of price .</a:t>
            </a:r>
          </a:p>
          <a:p>
            <a:endParaRPr lang="en-IN" dirty="0"/>
          </a:p>
        </p:txBody>
      </p:sp>
      <p:pic>
        <p:nvPicPr>
          <p:cNvPr id="5" name="Picture 4">
            <a:extLst>
              <a:ext uri="{FF2B5EF4-FFF2-40B4-BE49-F238E27FC236}">
                <a16:creationId xmlns:a16="http://schemas.microsoft.com/office/drawing/2014/main" id="{5157224A-F62A-4F2B-A924-DE914BB5C1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238" y="4529897"/>
            <a:ext cx="4505954" cy="2057687"/>
          </a:xfrm>
          <a:prstGeom prst="rect">
            <a:avLst/>
          </a:prstGeom>
        </p:spPr>
      </p:pic>
      <p:pic>
        <p:nvPicPr>
          <p:cNvPr id="7" name="Picture 6">
            <a:extLst>
              <a:ext uri="{FF2B5EF4-FFF2-40B4-BE49-F238E27FC236}">
                <a16:creationId xmlns:a16="http://schemas.microsoft.com/office/drawing/2014/main" id="{560D6324-531D-4D7A-AE24-48CE90EC13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1411" y="3831219"/>
            <a:ext cx="4143953" cy="3026781"/>
          </a:xfrm>
          <a:prstGeom prst="rect">
            <a:avLst/>
          </a:prstGeom>
        </p:spPr>
      </p:pic>
    </p:spTree>
    <p:extLst>
      <p:ext uri="{BB962C8B-B14F-4D97-AF65-F5344CB8AC3E}">
        <p14:creationId xmlns:p14="http://schemas.microsoft.com/office/powerpoint/2010/main" val="157764072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85E0CB-EC26-44E0-AE58-9E64C2562221}"/>
              </a:ext>
            </a:extLst>
          </p:cNvPr>
          <p:cNvSpPr>
            <a:spLocks noGrp="1"/>
          </p:cNvSpPr>
          <p:nvPr>
            <p:ph idx="1"/>
          </p:nvPr>
        </p:nvSpPr>
        <p:spPr>
          <a:xfrm>
            <a:off x="0" y="0"/>
            <a:ext cx="12192000" cy="6858000"/>
          </a:xfrm>
        </p:spPr>
        <p:txBody>
          <a:bodyPr/>
          <a:lstStyle/>
          <a:p>
            <a:r>
              <a:rPr lang="en-US" b="1" dirty="0"/>
              <a:t>3. Creating Charts</a:t>
            </a:r>
          </a:p>
          <a:p>
            <a:pPr>
              <a:buFont typeface="Arial" panose="020B0604020202020204" pitchFamily="34" charset="0"/>
              <a:buChar char="•"/>
            </a:pPr>
            <a:r>
              <a:rPr lang="en-US" b="1" dirty="0"/>
              <a:t>Pie Chart for Content Rating Distribution:</a:t>
            </a:r>
            <a:endParaRPr lang="en-US" dirty="0"/>
          </a:p>
          <a:p>
            <a:pPr marL="742950" lvl="1" indent="-285750">
              <a:buFont typeface="Arial" panose="020B0604020202020204" pitchFamily="34" charset="0"/>
              <a:buChar char="•"/>
            </a:pPr>
            <a:r>
              <a:rPr lang="en-US" dirty="0"/>
              <a:t>Create a pie chart based on a pivot table that counts of ratings for each “category".</a:t>
            </a:r>
          </a:p>
          <a:p>
            <a:pPr>
              <a:buFont typeface="Arial" panose="020B0604020202020204" pitchFamily="34" charset="0"/>
              <a:buChar char="•"/>
            </a:pPr>
            <a:r>
              <a:rPr lang="en-US" b="1" dirty="0"/>
              <a:t>Bar Chart for Most Popular Categories:</a:t>
            </a:r>
            <a:endParaRPr lang="en-US" dirty="0"/>
          </a:p>
          <a:p>
            <a:pPr marL="742950" lvl="1" indent="-285750">
              <a:buFont typeface="Arial" panose="020B0604020202020204" pitchFamily="34" charset="0"/>
              <a:buChar char="•"/>
            </a:pPr>
            <a:r>
              <a:rPr lang="en-US" dirty="0"/>
              <a:t>Use a bar chart to visualize the category or sum of reviews across different categories.</a:t>
            </a:r>
          </a:p>
          <a:p>
            <a:endParaRPr lang="en-IN" dirty="0"/>
          </a:p>
        </p:txBody>
      </p:sp>
      <p:pic>
        <p:nvPicPr>
          <p:cNvPr id="5" name="Picture 4">
            <a:extLst>
              <a:ext uri="{FF2B5EF4-FFF2-40B4-BE49-F238E27FC236}">
                <a16:creationId xmlns:a16="http://schemas.microsoft.com/office/drawing/2014/main" id="{0309F4CC-90D2-4F75-BAE8-797AF7071E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202" y="2827478"/>
            <a:ext cx="5715798" cy="3448531"/>
          </a:xfrm>
          <a:prstGeom prst="rect">
            <a:avLst/>
          </a:prstGeom>
        </p:spPr>
      </p:pic>
      <p:pic>
        <p:nvPicPr>
          <p:cNvPr id="7" name="Picture 6">
            <a:extLst>
              <a:ext uri="{FF2B5EF4-FFF2-40B4-BE49-F238E27FC236}">
                <a16:creationId xmlns:a16="http://schemas.microsoft.com/office/drawing/2014/main" id="{26A2B077-CB18-4B2E-9341-7AD61F5174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0881" y="2827478"/>
            <a:ext cx="6011120" cy="3448531"/>
          </a:xfrm>
          <a:prstGeom prst="rect">
            <a:avLst/>
          </a:prstGeom>
        </p:spPr>
      </p:pic>
    </p:spTree>
    <p:extLst>
      <p:ext uri="{BB962C8B-B14F-4D97-AF65-F5344CB8AC3E}">
        <p14:creationId xmlns:p14="http://schemas.microsoft.com/office/powerpoint/2010/main" val="350133682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a:extLst>
              <a:ext uri="{FF2B5EF4-FFF2-40B4-BE49-F238E27FC236}">
                <a16:creationId xmlns:a16="http://schemas.microsoft.com/office/drawing/2014/main" id="{ACD6E9E8-4FE2-4C5B-BB43-122C43A3C957}"/>
              </a:ext>
            </a:extLst>
          </p:cNvPr>
          <p:cNvSpPr>
            <a:spLocks noGrp="1" noChangeArrowheads="1"/>
          </p:cNvSpPr>
          <p:nvPr>
            <p:ph idx="1"/>
          </p:nvPr>
        </p:nvSpPr>
        <p:spPr bwMode="auto">
          <a:xfrm>
            <a:off x="0" y="0"/>
            <a:ext cx="12275127"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solidFill>
                  <a:schemeClr val="bg1"/>
                </a:solidFill>
                <a:latin typeface="Arial" panose="020B0604020202020204" pitchFamily="34" charset="0"/>
              </a:rPr>
              <a:t>4</a:t>
            </a:r>
            <a:r>
              <a:rPr kumimoji="0" lang="en-US" altLang="en-US" b="1" i="0" u="none" strike="noStrike" cap="none" normalizeH="0" baseline="0" dirty="0">
                <a:ln>
                  <a:noFill/>
                </a:ln>
                <a:solidFill>
                  <a:schemeClr val="bg1"/>
                </a:solidFill>
                <a:effectLst/>
                <a:latin typeface="Arial" panose="020B0604020202020204" pitchFamily="34" charset="0"/>
              </a:rPr>
              <a:t>. VLOOKUP 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Arial" panose="020B0604020202020204" pitchFamily="34" charset="0"/>
              </a:rPr>
              <a:t>Question: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bg1"/>
                </a:solidFill>
                <a:effectLst/>
                <a:latin typeface="Arial" panose="020B0604020202020204" pitchFamily="34" charset="0"/>
              </a:rPr>
              <a:t>How can you find the "Rating" of the app named "Instagram"?</a:t>
            </a:r>
            <a:endParaRPr kumimoji="0" lang="en-US" altLang="en-US" b="1"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Arial" panose="020B0604020202020204" pitchFamily="34" charset="0"/>
              </a:rPr>
              <a:t>Steps: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0" i="0" u="none" strike="noStrike" cap="none" normalizeH="0" baseline="0" dirty="0">
                <a:ln>
                  <a:noFill/>
                </a:ln>
                <a:solidFill>
                  <a:schemeClr val="bg1"/>
                </a:solidFill>
                <a:effectLst/>
                <a:latin typeface="Arial" panose="020B0604020202020204" pitchFamily="34" charset="0"/>
              </a:rPr>
              <a:t>Assume your data is in columns A to E, with "App" in column A and "Rating" in column C.</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0" i="0" u="none" strike="noStrike" cap="none" normalizeH="0" baseline="0" dirty="0">
                <a:ln>
                  <a:noFill/>
                </a:ln>
                <a:solidFill>
                  <a:schemeClr val="bg1"/>
                </a:solidFill>
                <a:effectLst/>
                <a:latin typeface="Arial" panose="020B0604020202020204" pitchFamily="34" charset="0"/>
              </a:rPr>
              <a:t>Use </a:t>
            </a:r>
            <a:r>
              <a:rPr kumimoji="0" lang="en-US" altLang="en-US" b="0" i="0" u="none" strike="noStrike" cap="none" normalizeH="0" baseline="0" dirty="0">
                <a:ln>
                  <a:noFill/>
                </a:ln>
                <a:solidFill>
                  <a:schemeClr val="bg1"/>
                </a:solidFill>
                <a:effectLst/>
                <a:latin typeface="Arial Unicode MS"/>
              </a:rPr>
              <a:t>VLOOKUP</a:t>
            </a:r>
            <a:r>
              <a:rPr kumimoji="0" lang="en-US" altLang="en-US" b="0" i="0" u="none" strike="noStrike" cap="none" normalizeH="0" baseline="0" dirty="0">
                <a:ln>
                  <a:noFill/>
                </a:ln>
                <a:solidFill>
                  <a:schemeClr val="bg1"/>
                </a:solidFill>
                <a:effectLst/>
              </a:rPr>
              <a:t> to search for "Instagram" in the "App" column and return the corresponding </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3" name="Picture 12">
            <a:extLst>
              <a:ext uri="{FF2B5EF4-FFF2-40B4-BE49-F238E27FC236}">
                <a16:creationId xmlns:a16="http://schemas.microsoft.com/office/drawing/2014/main" id="{75E376C1-736B-4662-B79C-2DF789B29F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5219" y="2032777"/>
            <a:ext cx="7335980" cy="981981"/>
          </a:xfrm>
          <a:prstGeom prst="rect">
            <a:avLst/>
          </a:prstGeom>
        </p:spPr>
      </p:pic>
      <p:sp>
        <p:nvSpPr>
          <p:cNvPr id="16" name="TextBox 15">
            <a:extLst>
              <a:ext uri="{FF2B5EF4-FFF2-40B4-BE49-F238E27FC236}">
                <a16:creationId xmlns:a16="http://schemas.microsoft.com/office/drawing/2014/main" id="{F5B6A751-39F1-4B9E-B0A9-79084138E8FF}"/>
              </a:ext>
            </a:extLst>
          </p:cNvPr>
          <p:cNvSpPr txBox="1"/>
          <p:nvPr/>
        </p:nvSpPr>
        <p:spPr>
          <a:xfrm>
            <a:off x="5647459" y="2961409"/>
            <a:ext cx="914400" cy="914400"/>
          </a:xfrm>
          <a:prstGeom prst="rect">
            <a:avLst/>
          </a:prstGeom>
          <a:noFill/>
        </p:spPr>
        <p:txBody>
          <a:bodyPr wrap="square" rtlCol="0">
            <a:spAutoFit/>
          </a:bodyPr>
          <a:lstStyle/>
          <a:p>
            <a:endParaRPr lang="en-IN" dirty="0"/>
          </a:p>
        </p:txBody>
      </p:sp>
      <p:sp>
        <p:nvSpPr>
          <p:cNvPr id="17" name="TextBox 16">
            <a:extLst>
              <a:ext uri="{FF2B5EF4-FFF2-40B4-BE49-F238E27FC236}">
                <a16:creationId xmlns:a16="http://schemas.microsoft.com/office/drawing/2014/main" id="{64369958-8F5B-4B43-8636-11C64C207E50}"/>
              </a:ext>
            </a:extLst>
          </p:cNvPr>
          <p:cNvSpPr txBox="1"/>
          <p:nvPr/>
        </p:nvSpPr>
        <p:spPr>
          <a:xfrm>
            <a:off x="72737" y="3728943"/>
            <a:ext cx="12119263" cy="3253748"/>
          </a:xfrm>
          <a:prstGeom prst="rect">
            <a:avLst/>
          </a:prstGeom>
          <a:noFill/>
        </p:spPr>
        <p:txBody>
          <a:bodyPr wrap="square" rtlCol="0">
            <a:spAutoFit/>
          </a:bodyPr>
          <a:lstStyle/>
          <a:p>
            <a:endParaRPr lang="en-IN" dirty="0"/>
          </a:p>
        </p:txBody>
      </p:sp>
      <p:sp>
        <p:nvSpPr>
          <p:cNvPr id="19" name="Rectangle 4">
            <a:extLst>
              <a:ext uri="{FF2B5EF4-FFF2-40B4-BE49-F238E27FC236}">
                <a16:creationId xmlns:a16="http://schemas.microsoft.com/office/drawing/2014/main" id="{91F5A98A-18CA-48A2-AB21-48F1B3C36FA2}"/>
              </a:ext>
            </a:extLst>
          </p:cNvPr>
          <p:cNvSpPr>
            <a:spLocks noChangeArrowheads="1"/>
          </p:cNvSpPr>
          <p:nvPr/>
        </p:nvSpPr>
        <p:spPr bwMode="auto">
          <a:xfrm>
            <a:off x="-1" y="3030563"/>
            <a:ext cx="11980719"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solidFill>
                  <a:schemeClr val="bg1"/>
                </a:solidFill>
                <a:latin typeface="Arial" panose="020B0604020202020204" pitchFamily="34" charset="0"/>
              </a:rPr>
              <a:t>5</a:t>
            </a:r>
            <a:r>
              <a:rPr kumimoji="0" lang="en-US" altLang="en-US" b="1" i="0" u="none" strike="noStrike" cap="none" normalizeH="0" baseline="0" dirty="0">
                <a:ln>
                  <a:noFill/>
                </a:ln>
                <a:solidFill>
                  <a:schemeClr val="bg1"/>
                </a:solidFill>
                <a:effectLst/>
                <a:latin typeface="Arial" panose="020B0604020202020204" pitchFamily="34" charset="0"/>
              </a:rPr>
              <a:t>. HLOOKUP 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Arial" panose="020B0604020202020204" pitchFamily="34" charset="0"/>
              </a:rPr>
              <a:t>Question: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bg1"/>
                </a:solidFill>
                <a:effectLst/>
                <a:latin typeface="Arial" panose="020B0604020202020204" pitchFamily="34" charset="0"/>
              </a:rPr>
              <a:t>How can you find the "Rating" of an app if the data is organized with categories listed horizontally (e.g., "App", "Category", "Rating", "Reviews" in Row 1) and app names in the subsequent rows?</a:t>
            </a:r>
            <a:endParaRPr kumimoji="0" lang="en-US" altLang="en-US" b="1"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Arial" panose="020B0604020202020204" pitchFamily="34" charset="0"/>
              </a:rPr>
              <a:t>Steps: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0" i="0" u="none" strike="noStrike" cap="none" normalizeH="0" baseline="0" dirty="0">
                <a:ln>
                  <a:noFill/>
                </a:ln>
                <a:solidFill>
                  <a:schemeClr val="bg1"/>
                </a:solidFill>
                <a:effectLst/>
                <a:latin typeface="Arial" panose="020B0604020202020204" pitchFamily="34" charset="0"/>
              </a:rPr>
              <a:t>Assume your data is in rows 1 to 1000, with "App" names in column A and their corresponding "Rating" in column C.</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0" i="0" u="none" strike="noStrike" cap="none" normalizeH="0" baseline="0" dirty="0">
                <a:ln>
                  <a:noFill/>
                </a:ln>
                <a:solidFill>
                  <a:schemeClr val="bg1"/>
                </a:solidFill>
                <a:effectLst/>
                <a:latin typeface="Arial" panose="020B0604020202020204" pitchFamily="34" charset="0"/>
              </a:rPr>
              <a:t>Use </a:t>
            </a:r>
            <a:r>
              <a:rPr kumimoji="0" lang="en-US" altLang="en-US" b="0" i="0" u="none" strike="noStrike" cap="none" normalizeH="0" baseline="0" dirty="0">
                <a:ln>
                  <a:noFill/>
                </a:ln>
                <a:solidFill>
                  <a:schemeClr val="bg1"/>
                </a:solidFill>
                <a:effectLst/>
                <a:latin typeface="Arial Unicode MS"/>
              </a:rPr>
              <a:t>HLOOKUP</a:t>
            </a:r>
            <a:r>
              <a:rPr kumimoji="0" lang="en-US" altLang="en-US" b="0" i="0" u="none" strike="noStrike" cap="none" normalizeH="0" baseline="0" dirty="0">
                <a:ln>
                  <a:noFill/>
                </a:ln>
                <a:solidFill>
                  <a:schemeClr val="bg1"/>
                </a:solidFill>
                <a:effectLst/>
              </a:rPr>
              <a:t> to search for "Rating" in the first row and find the rating for a specific app (e.g., in row 50).</a:t>
            </a:r>
            <a:endParaRPr kumimoji="0" lang="en-US" altLang="en-US"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1" name="Picture 20">
            <a:extLst>
              <a:ext uri="{FF2B5EF4-FFF2-40B4-BE49-F238E27FC236}">
                <a16:creationId xmlns:a16="http://schemas.microsoft.com/office/drawing/2014/main" id="{8E729BBA-7E12-4C9B-9984-292523DE1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0135" y="5631691"/>
            <a:ext cx="7626929" cy="945754"/>
          </a:xfrm>
          <a:prstGeom prst="rect">
            <a:avLst/>
          </a:prstGeom>
        </p:spPr>
      </p:pic>
    </p:spTree>
    <p:extLst>
      <p:ext uri="{BB962C8B-B14F-4D97-AF65-F5344CB8AC3E}">
        <p14:creationId xmlns:p14="http://schemas.microsoft.com/office/powerpoint/2010/main" val="281252848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1F1EF-2BEE-4F8D-A96B-B7537E24EF61}"/>
              </a:ext>
            </a:extLst>
          </p:cNvPr>
          <p:cNvSpPr>
            <a:spLocks noGrp="1"/>
          </p:cNvSpPr>
          <p:nvPr>
            <p:ph idx="1"/>
          </p:nvPr>
        </p:nvSpPr>
        <p:spPr>
          <a:xfrm>
            <a:off x="0" y="0"/>
            <a:ext cx="12192000" cy="6858000"/>
          </a:xfrm>
        </p:spPr>
        <p:txBody>
          <a:bodyPr/>
          <a:lstStyle/>
          <a:p>
            <a:r>
              <a:rPr lang="en-US" dirty="0"/>
              <a:t>By using matplotlib =&gt;&gt;</a:t>
            </a:r>
            <a:endParaRPr lang="en-IN" dirty="0"/>
          </a:p>
        </p:txBody>
      </p:sp>
      <p:pic>
        <p:nvPicPr>
          <p:cNvPr id="11" name="Picture 10">
            <a:extLst>
              <a:ext uri="{FF2B5EF4-FFF2-40B4-BE49-F238E27FC236}">
                <a16:creationId xmlns:a16="http://schemas.microsoft.com/office/drawing/2014/main" id="{971370A5-ED53-43B1-8D5D-14A92EFD4B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391886"/>
            <a:ext cx="4682532" cy="6466114"/>
          </a:xfrm>
          <a:prstGeom prst="rect">
            <a:avLst/>
          </a:prstGeom>
        </p:spPr>
      </p:pic>
      <p:pic>
        <p:nvPicPr>
          <p:cNvPr id="13" name="Picture 12">
            <a:extLst>
              <a:ext uri="{FF2B5EF4-FFF2-40B4-BE49-F238E27FC236}">
                <a16:creationId xmlns:a16="http://schemas.microsoft.com/office/drawing/2014/main" id="{891A0315-6059-429A-9C66-CC5CE54779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6026" y="110531"/>
            <a:ext cx="7475973" cy="3318469"/>
          </a:xfrm>
          <a:prstGeom prst="rect">
            <a:avLst/>
          </a:prstGeom>
        </p:spPr>
      </p:pic>
      <p:pic>
        <p:nvPicPr>
          <p:cNvPr id="15" name="Picture 14">
            <a:extLst>
              <a:ext uri="{FF2B5EF4-FFF2-40B4-BE49-F238E27FC236}">
                <a16:creationId xmlns:a16="http://schemas.microsoft.com/office/drawing/2014/main" id="{10FC8AB8-15AA-4B5F-93C0-C78C4F7A4B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16025" y="3429000"/>
            <a:ext cx="4388429" cy="3429000"/>
          </a:xfrm>
          <a:prstGeom prst="rect">
            <a:avLst/>
          </a:prstGeom>
        </p:spPr>
      </p:pic>
      <p:pic>
        <p:nvPicPr>
          <p:cNvPr id="17" name="Picture 16">
            <a:extLst>
              <a:ext uri="{FF2B5EF4-FFF2-40B4-BE49-F238E27FC236}">
                <a16:creationId xmlns:a16="http://schemas.microsoft.com/office/drawing/2014/main" id="{8611C766-9E5E-4865-A0BE-E813080FD5D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43033" y="3428999"/>
            <a:ext cx="3248966" cy="3429001"/>
          </a:xfrm>
          <a:prstGeom prst="rect">
            <a:avLst/>
          </a:prstGeom>
        </p:spPr>
      </p:pic>
    </p:spTree>
    <p:extLst>
      <p:ext uri="{BB962C8B-B14F-4D97-AF65-F5344CB8AC3E}">
        <p14:creationId xmlns:p14="http://schemas.microsoft.com/office/powerpoint/2010/main" val="418471577"/>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2470</TotalTime>
  <Words>1170</Words>
  <Application>Microsoft Office PowerPoint</Application>
  <PresentationFormat>Widescreen</PresentationFormat>
  <Paragraphs>102</Paragraphs>
  <Slides>12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Algerian</vt:lpstr>
      <vt:lpstr>Arial</vt:lpstr>
      <vt:lpstr>Arial Black</vt:lpstr>
      <vt:lpstr>Arial Unicode MS</vt:lpstr>
      <vt:lpstr>Calibri</vt:lpstr>
      <vt:lpstr>Century Gothic</vt:lpstr>
      <vt:lpstr>Wingdings 3</vt:lpstr>
      <vt:lpstr>Ion</vt:lpstr>
      <vt:lpstr>Google Play store Analysis</vt:lpstr>
      <vt:lpstr>Title: Project Overview </vt:lpstr>
      <vt:lpstr>PowerPoint Presentation</vt:lpstr>
      <vt:lpstr>SQL analysis =&gt;&gt; </vt:lpstr>
      <vt:lpstr>PowerPoint Presentation</vt:lpstr>
      <vt:lpstr>PowerPoint Presentation</vt:lpstr>
      <vt:lpstr>PowerPoint Presentation</vt:lpstr>
      <vt:lpstr>  Excel analysis =&gt;&gt;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Google Play store Analysis</dc:title>
  <dc:creator>ankit sheoran</dc:creator>
  <cp:lastModifiedBy>ankit sheoran</cp:lastModifiedBy>
  <cp:revision>1</cp:revision>
  <dcterms:created xsi:type="dcterms:W3CDTF">2024-08-31T07:37:42Z</dcterms:created>
  <dcterms:modified xsi:type="dcterms:W3CDTF">2024-09-02T00:57:30Z</dcterms:modified>
</cp:coreProperties>
</file>